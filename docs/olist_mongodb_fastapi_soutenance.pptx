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rapide : objectif du projet, dataset Olist, technologies imposées. Annoncer la répartition à 3 et que la démo sera courte.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mission : le brief ne donne pas l’architecture, donc nous justifions nos choix. Insister sur le périmètre volontairement maîtrisé.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Donner les résultats clés : volumes, intégrité, anomalies. Expliquer que nous ne corrigeons pas artificiellement les dates manquantes.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simplement le modèle documentaire : une commande est l’agrégat principal. Justifier pourquoi on imbrique les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l’import : transform.py construit les documents, database.py les insère par batch. Souligner l’upsert comme preuve de reproductibilité.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les requêtes et agrégations sont dans des modules séparés. Mentionner que les agrégations correspondent à des besoins de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que le temps varie, mais le nombre de documents examinés est la preuve la plus solide. Décrire la démarche : mesurer, créer l’index, mesurer à nouveau.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rôle de FastAPI : validation, documentation, erreurs HTTP, transformation en JSON. Montrer que Swagger est généré automatiquement.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Pendant la démo : ouvrir /docs, exécuter une route simple et une route analytics, puis montrer un cas d’erreur. Ne pas dépasser 90 secondes.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en rappelant les exigences du brief couvertes. Donner les améliorations futures et inviter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Olist — MongoDB &amp; FastAPI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630936" y="171907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Concevoir, stocker et exposer des données e-commerce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2834640" cy="310896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Soutenance 12 min · 3 personnes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703320" y="2331720"/>
            <a:ext cx="2560320" cy="310896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MongoDB · FastAPI · Olist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3703320"/>
            <a:ext cx="14173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CSV Olist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14600" y="4032504"/>
            <a:ext cx="7315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429000" y="3566160"/>
            <a:ext cx="1600200" cy="914400"/>
          </a:xfrm>
          <a:prstGeom prst="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MongoDB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Documentaire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93792" y="4032504"/>
            <a:ext cx="7315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108192" y="3703320"/>
            <a:ext cx="1417320" cy="658368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FastAPI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99248" y="4032504"/>
            <a:ext cx="7315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613648" y="3566160"/>
            <a:ext cx="1417320" cy="914400"/>
          </a:xfrm>
          <a:prstGeom prst="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JSON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Client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52120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Objectif : passer de fichiers CSV bruts à une API fiable, documentée et démontrable.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64648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Ouverture · Tous · 0:00–1:00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1/10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Mission &amp; périmètre fonctionnel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Du besoin métier à une architecture de service réutilisable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4630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6 fichiers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liés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77440" y="2286000"/>
            <a:ext cx="5943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127248" y="1828800"/>
            <a:ext cx="1463040" cy="914400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Analyse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qualité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2286000"/>
            <a:ext cx="5943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504688" y="1828800"/>
            <a:ext cx="1508760" cy="914400"/>
          </a:xfrm>
          <a:prstGeom prst="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Modèle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MongoDB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59752" y="2286000"/>
            <a:ext cx="5943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909560" y="1828800"/>
            <a:ext cx="1508760" cy="91440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API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FastAPI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582912" y="2286000"/>
            <a:ext cx="5943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332720" y="1828800"/>
            <a:ext cx="1234440" cy="914400"/>
          </a:xfrm>
          <a:prstGeom prst="rect">
            <a:avLst/>
          </a:prstGeom>
          <a:solidFill>
            <a:srgbClr val="FCE7F3"/>
          </a:solidFill>
          <a:ln>
            <a:solidFill>
              <a:srgbClr val="FCE7F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JSON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client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3154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Besoin professionnel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Mettre à disposition les données e-commerce pour applications, reporting et outils internes.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60520" y="3337560"/>
            <a:ext cx="3383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Contraintes clés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MongoDB final · FastAPI obligatoire · réponses maîtrisées · paramètres validés · tests.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0" y="3337560"/>
            <a:ext cx="34290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Périmètre retenu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Commandes, clients, items, produits, paiements et avis — centré sur la commande.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64648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Intervenant 1 · 1:00–2:00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2/10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Analyse des données &amp; qualité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Contrôles réalisés avant la modélisation documentaire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fichiers liés exploités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0120" y="2423160"/>
            <a:ext cx="164592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99 441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71800" y="2039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commandes importées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2423160"/>
            <a:ext cx="1920240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394960" y="20391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référence inexistante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32120" y="2423160"/>
            <a:ext cx="1737360" cy="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1600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543800" y="203911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delivered sans date client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80960" y="2423160"/>
            <a:ext cx="205740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0" y="1600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058400" y="20391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scores review valides 1–5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95560" y="2423160"/>
            <a:ext cx="118872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46120"/>
            <a:ext cx="2971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Relations vérifiées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orders → customers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orders → items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orders → payments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orders → reviews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items → products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34840" y="3246120"/>
            <a:ext cx="36118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Contrôles métier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prix / fret / paiements négatifs : 0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notes hors 1–5 : 0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dates manquantes : conservées en null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aucune correction inventée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95360" y="3246120"/>
            <a:ext cx="2606040" cy="1965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Décision qualité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Les 8 commandes delivered sans date client sont conservées : la donnée manquante reste null pour préserver la traçabilité.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64648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Intervenant 1 · 2:00–3:15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3/10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Modélisation MongoDB : ordre centré commande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Une collection orders au lieu de recopier le modèle relationnel CSV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237744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Document orders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order_id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status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2011680" cy="68580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F766E"/>
                </a:solidFill>
              </a:rPr>
              <a:t>customer { }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0F766E"/>
                </a:solidFill>
              </a:rPr>
              <a:t>client + localisation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611880"/>
            <a:ext cx="201168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97316"/>
                </a:solidFill>
              </a:rPr>
              <a:t>items [ ]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97316"/>
                </a:solidFill>
              </a:rPr>
              <a:t>produits + catégorie + prix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4480560"/>
            <a:ext cx="2011680" cy="68580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7C3AED"/>
                </a:solidFill>
              </a:rPr>
              <a:t>payments [ ]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7C3AED"/>
                </a:solidFill>
              </a:rPr>
              <a:t>valeurs + type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5349240"/>
            <a:ext cx="201168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F766E"/>
                </a:solidFill>
              </a:rPr>
              <a:t>reviews [ ]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0F766E"/>
                </a:solidFill>
              </a:rPr>
              <a:t>score + message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86200" y="1874520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Pourquoi embarquer ?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les usages sont centrés sur la commande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commande + client + items + paiements + avis sont consultés ensemble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• pas de jointures à reconstruire côté 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0" y="1874520"/>
            <a:ext cx="3337560" cy="182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Ce que MongoDB apporte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Un document complet et lisible, adapté à des consultations rapides et à des agrégations métiers.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86200" y="4251960"/>
            <a:ext cx="7223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Ce choix évite de reproduire mécaniquement les 6 CSV sous forme de 6 collections. La structure est construite à partir des usages retenus.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4648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Intervenant 1 → 2 · 3:15–4:30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4/10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Import reproductible vers MongoDB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Transformer puis charger sans dupliquer les commandes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15087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load CSV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pandas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514600" y="2103120"/>
            <a:ext cx="5943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246120" y="1645920"/>
            <a:ext cx="1828800" cy="914400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transform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dates + enrichissement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57800" y="2103120"/>
            <a:ext cx="5943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989320" y="1645920"/>
            <a:ext cx="1508760" cy="914400"/>
          </a:xfrm>
          <a:prstGeom prst="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build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documents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80960" y="2103120"/>
            <a:ext cx="5943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412480" y="1645920"/>
            <a:ext cx="1645920" cy="91440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bulk_write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ReplaceOne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241280" y="2103120"/>
            <a:ext cx="41148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789920" y="1645920"/>
            <a:ext cx="914400" cy="914400"/>
          </a:xfrm>
          <a:prstGeom prst="rect">
            <a:avLst/>
          </a:prstGeom>
          <a:solidFill>
            <a:srgbClr val="F5F3FF"/>
          </a:solidFill>
          <a:ln>
            <a:solidFill>
              <a:srgbClr val="F5F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MongoDB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99 441 docs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337560"/>
            <a:ext cx="2971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Rejouable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ReplaceOne + upsert=True permet de relancer l’import sans créer de doublons.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3337560"/>
            <a:ext cx="2971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Performant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Les opérations sont envoyées par lots de 1000 documents via bulk_write().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0" y="3337560"/>
            <a:ext cx="3063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Intégrité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Index unique sur order_id pour empêcher deux documents de représenter la même commande.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5303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Commande clé de reproduction :  python -m src.database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64648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Intervenant 2 · 4:30–5:35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5/10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Requêtes &amp; agrégations utiles au service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Des fonctions Python PyMongo appelées ensuite par FastAPI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33375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Requêtes de consultation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find_order_by_id()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find_orders_by_status()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find_orders_by_customer()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find_orders_by_state()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17720" y="1417320"/>
            <a:ext cx="2971800" cy="356616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Agrégation 1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Ventes par catégorie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$unwind items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$match category != null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$group par catégorie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$sum items.price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$sort + $limit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92440" y="1417320"/>
            <a:ext cx="2971800" cy="356616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Agrégation 2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Ventes par État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$set order_total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$group par customer.state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$sum paiements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$avg panier moyen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$sort + $limit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532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Résultats exposés ensuite par l’API : /analytics/categories/sales et /analytics/states/sales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Intervenant 2 · 5:35–6:45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6/10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Performance : explain() + index justifié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Recherche des commandes d’un client via customer.customer_unique_id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AVANT INDEX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9224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APRÈS INDEX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4389120" cy="11887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99 441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documents examinés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4389120" cy="11887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documents examinés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4389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CA5A5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0 clé d’index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84 ms observés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3337560"/>
            <a:ext cx="4389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86EFAC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2 clés d’index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17 ms observés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4709160"/>
            <a:ext cx="4343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Index créé : idx_customer_unique_id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Champ : customer.customer_unique_id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4709160"/>
            <a:ext cx="4343400" cy="7315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Conclusion : l’index est justifié parce qu’il réduit le scan de toute la collection à l’accès direct aux documents du client.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4648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Intervenant 2 · 6:45–7:50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7/10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FastAPI : routes, validation et erreurs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Une couche contrôlée entre les consommateurs et MongoDB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33375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Routes de consultation</a:t>
            </a:r>
            <a:endParaRPr lang="en-US" sz="1550" dirty="0"/>
          </a:p>
          <a:p>
            <a:pPr algn="l" indent="0" marL="0">
              <a:buNone/>
            </a:pP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GET /orders/{order_id}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GET /orders/status/{status}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GET /customers/{id}/orders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GET /states/{state}/orders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3337560" cy="333756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Routes analytics</a:t>
            </a:r>
            <a:endParaRPr lang="en-US" sz="1550" dirty="0"/>
          </a:p>
          <a:p>
            <a:pPr algn="l" indent="0" marL="0">
              <a:buNone/>
            </a:pP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GET /analytics/categories/sales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GET /analytics/states/sales</a:t>
            </a:r>
            <a:endParaRPr lang="en-US" sz="1550" dirty="0"/>
          </a:p>
          <a:p>
            <a:pPr algn="l" indent="0" marL="0">
              <a:buNone/>
            </a:pP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Swagger : /docs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OpenAPI : /openapi.json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321040" y="1417320"/>
            <a:ext cx="3017520" cy="333756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Robustesse</a:t>
            </a:r>
            <a:endParaRPr lang="en-US" sz="1550" dirty="0"/>
          </a:p>
          <a:p>
            <a:pPr algn="l" indent="0" marL="0">
              <a:buNone/>
            </a:pP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limit : 1 à 100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status : valeurs autorisées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state : codes réels du dataset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404 : commande introuvable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422 : paramètre invalide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5440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</a:rPr>
              <a:t>Le client ne touche jamais MongoDB directement : il passe par des endpoints documentés et validés.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94360" y="64648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Intervenant 3 · 7:50–9:00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8/10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Démo courte &amp; tests automatisés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Montrer le chemin FastAPI → MongoDB → JSON sans monopoliser la soutenance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46634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Démo Swagger en 90 secondes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1. GET /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2. GET /orders/{order_id}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3. GET /analytics/categories/sales?limit=5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4. Test erreur : order_id inconnu → 404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1417320"/>
            <a:ext cx="4754880" cy="342900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Tests automatisés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python -m pytest -v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5 tests passed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API accessible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commande existante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404 commande inconnue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422 limit invalide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agrégation catégories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440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</a:rPr>
              <a:t>Objectif de la démo : prouver visuellement le parcours client → API → MongoDB → JSON.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64648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Intervenant 3 · 9:00–10:15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9/10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Conclusion : ce que le projet démontre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Un périmètre maîtrisé, reproductible et défendable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Ce qu’on a construit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CSV analysés → modèle MongoDB → import rejouable → requêtes/agrégations → API FastAPI → tests.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80560" y="1325880"/>
            <a:ext cx="3383280" cy="21031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Ce qu’on a compris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MongoDB structure les données autour de documents. FastAPI expose ces données proprement sans donner accès direct à la base.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38160" y="1325880"/>
            <a:ext cx="2971800" cy="210312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Améliorations possibles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Pagination complète, modèles Pydantic, CI/CD, Docker, authentification API, filtres temporels.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Répartition conseillée des 12 minutes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572000"/>
            <a:ext cx="274320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Personne 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Contexte + data + modèle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≈ 4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4572000"/>
            <a:ext cx="2743200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Personne 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MongoDB + import + performance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≈ 4 min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12280" y="4572000"/>
            <a:ext cx="2743200" cy="91440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Personne 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FastAPI + démo + tests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≈ 4 min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829800" y="4828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</a:rPr>
              <a:t>Questions / réponses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4648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Conclusion · Tous · 10:15–12:00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10/10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- MongoDB &amp; FastAPI</dc:title>
  <dc:subject>Olist MongoDB &amp; FastAPI</dc:subject>
  <dc:creator>OpenAI</dc:creator>
  <cp:lastModifiedBy>OpenAI</cp:lastModifiedBy>
  <cp:revision>1</cp:revision>
  <dcterms:created xsi:type="dcterms:W3CDTF">2026-09-18T09:30:35Z</dcterms:created>
  <dcterms:modified xsi:type="dcterms:W3CDTF">2026-09-18T09:30:35Z</dcterms:modified>
</cp:coreProperties>
</file>