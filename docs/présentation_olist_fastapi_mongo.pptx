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_rels/slideMaster1.xml.rels" ContentType="application/vnd.openxmlformats-package.relationships+xml"/>
  <Override PartName="/ppt/slideMasters/_rels/slideMaster3.xml.rels" ContentType="application/vnd.openxmlformats-package.relationships+xml"/>
  <Override PartName="/ppt/slideMasters/_rels/slideMaster4.xml.rels" ContentType="application/vnd.openxmlformats-package.relationships+xml"/>
  <Override PartName="/ppt/notesMasters/notesMaster1.xml" ContentType="application/vnd.openxmlformats-officedocument.presentationml.notesMaster+xml"/>
  <Override PartName="/ppt/notesMasters/_rels/notesMaster1.xml.rels" ContentType="application/vnd.openxmlformats-package.relationship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7.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_rels/notesSlide1.xml.rels" ContentType="application/vnd.openxmlformats-package.relationships+xml"/>
  <Override PartName="/ppt/notesSlides/_rels/notesSlide2.xml.rels" ContentType="application/vnd.openxmlformats-package.relationships+xml"/>
  <Override PartName="/ppt/notesSlides/_rels/notesSlide3.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6.xml.rels" ContentType="application/vnd.openxmlformats-package.relationships+xml"/>
  <Override PartName="/ppt/notesSlides/_rels/notesSlide7.xml.rels" ContentType="application/vnd.openxmlformats-package.relationships+xml"/>
  <Override PartName="/ppt/notesSlides/_rels/notesSlide8.xml.rels" ContentType="application/vnd.openxmlformats-package.relationships+xml"/>
  <Override PartName="/ppt/notesSlides/_rels/notesSlide9.xml.rels" ContentType="application/vnd.openxmlformats-package.relationships+xml"/>
  <Override PartName="/ppt/notesSlides/_rels/notesSlide10.xml.rels" ContentType="application/vnd.openxmlformats-package.relationships+xml"/>
  <Override PartName="/ppt/notesSlides/_rels/notesSlide11.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_rels/slideLayout1.xml.rels" ContentType="application/vnd.openxmlformats-package.relationships+xml"/>
  <Override PartName="/ppt/slideLayouts/_rels/slideLayout2.xml.rels" ContentType="application/vnd.openxmlformats-package.relationships+xml"/>
  <Override PartName="/ppt/slideLayouts/_rels/slideLayout3.xml.rels" ContentType="application/vnd.openxmlformats-package.relationships+xml"/>
  <Override PartName="/ppt/slideLayouts/_rels/slideLayout4.xml.rels" ContentType="application/vnd.openxmlformats-package.relationships+xml"/>
  <Override PartName="/ppt/slideLayouts/_rels/slideLayout5.xml.rels" ContentType="application/vnd.openxmlformats-package.relationships+xml"/>
  <Override PartName="/ppt/slideLayouts/_rels/slideLayout6.xml.rels" ContentType="application/vnd.openxmlformats-package.relationships+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6.png" ContentType="image/png"/>
  <Override PartName="/ppt/media/image7.png" ContentType="image/png"/>
  <Override PartName="/ppt/media/image8.png" ContentType="image/png"/>
  <Override PartName="/ppt/media/image9.png" ContentType="image/png"/>
  <Override PartName="/ppt/media/image10.png" ContentType="image/png"/>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_rels/slide1.xml.rels" ContentType="application/vnd.openxmlformats-package.relationships+xml"/>
  <Override PartName="/ppt/slides/_rels/slide2.xml.rels" ContentType="application/vnd.openxmlformats-package.relationships+xml"/>
  <Override PartName="/ppt/slides/_rels/slide3.xml.rels" ContentType="application/vnd.openxmlformats-package.relationships+xml"/>
  <Override PartName="/ppt/slides/_rels/slide4.xml.rels" ContentType="application/vnd.openxmlformats-package.relationships+xml"/>
  <Override PartName="/ppt/slides/_rels/slide5.xml.rels" ContentType="application/vnd.openxmlformats-package.relationships+xml"/>
  <Override PartName="/ppt/slides/_rels/slide6.xml.rels" ContentType="application/vnd.openxmlformats-package.relationships+xml"/>
  <Override PartName="/ppt/slides/_rels/slide7.xml.rels" ContentType="application/vnd.openxmlformats-package.relationships+xml"/>
  <Override PartName="/ppt/slides/_rels/slide8.xml.rels" ContentType="application/vnd.openxmlformats-package.relationships+xml"/>
  <Override PartName="/ppt/slides/_rels/slide9.xml.rels" ContentType="application/vnd.openxmlformats-package.relationships+xml"/>
  <Override PartName="/ppt/slides/_rels/slide10.xml.rels" ContentType="application/vnd.openxmlformats-package.relationships+xml"/>
  <Override PartName="/ppt/slides/_rels/slide11.xml.rels" ContentType="application/vnd.openxmlformats-package.relationships+xml"/>
  <Override PartName="/ppt/presProps.xml" ContentType="application/vnd.openxmlformats-officedocument.presentationml.presProps+xml"/>
  <Override PartName="/ppt/_rels/presentation.xml.rels" ContentType="application/vnd.openxmlformats-package.relationships+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3"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x="12192000" cy="6858000"/>
  <p:notesSz cx="6858000" cy="12192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b="0" lang="fr-FR" sz="4400" strike="noStrike" u="none">
                <a:solidFill>
                  <a:srgbClr val="000000"/>
                </a:solidFill>
                <a:effectLst/>
                <a:uFillTx/>
                <a:latin typeface="Arial"/>
              </a:rPr>
              <a:t>Cliquez pour déplacer la diapo</a:t>
            </a:r>
            <a:endParaRPr b="0" lang="fr-FR" sz="4400" strike="noStrike" u="none">
              <a:solidFill>
                <a:srgbClr val="000000"/>
              </a:solidFill>
              <a:effectLst/>
              <a:uFillTx/>
              <a:latin typeface="Arial"/>
            </a:endParaRPr>
          </a:p>
        </p:txBody>
      </p:sp>
      <p:sp>
        <p:nvSpPr>
          <p:cNvPr id="36"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b="0" lang="fr-FR" sz="2000" strike="noStrike" u="none">
                <a:solidFill>
                  <a:srgbClr val="000000"/>
                </a:solidFill>
                <a:effectLst/>
                <a:uFillTx/>
                <a:latin typeface="Arial"/>
              </a:rPr>
              <a:t>Cliquez pour modifier le format des notes</a:t>
            </a:r>
            <a:endParaRPr b="0" lang="fr-FR" sz="2000" strike="noStrike" u="none">
              <a:solidFill>
                <a:srgbClr val="000000"/>
              </a:solidFill>
              <a:effectLst/>
              <a:uFillTx/>
              <a:latin typeface="Arial"/>
            </a:endParaRPr>
          </a:p>
        </p:txBody>
      </p:sp>
      <p:sp>
        <p:nvSpPr>
          <p:cNvPr id="37"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b="0" lang="fr-FR" sz="1400" strike="noStrike" u="none">
                <a:solidFill>
                  <a:srgbClr val="000000"/>
                </a:solidFill>
                <a:effectLst/>
                <a:uFillTx/>
                <a:latin typeface="Times New Roman"/>
              </a:rPr>
              <a:t>&lt;en-tête&gt;</a:t>
            </a:r>
            <a:endParaRPr b="0" lang="fr-FR" sz="1400" strike="noStrike" u="none">
              <a:solidFill>
                <a:srgbClr val="000000"/>
              </a:solidFill>
              <a:effectLst/>
              <a:uFillTx/>
              <a:latin typeface="Times New Roman"/>
            </a:endParaRPr>
          </a:p>
        </p:txBody>
      </p:sp>
      <p:sp>
        <p:nvSpPr>
          <p:cNvPr id="38"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indent="0" algn="r">
              <a:buNone/>
              <a:defRPr b="0" lang="fr-FR" sz="1400" strike="noStrike" u="none">
                <a:solidFill>
                  <a:srgbClr val="000000"/>
                </a:solidFill>
                <a:effectLst/>
                <a:uFillTx/>
                <a:latin typeface="Times New Roman"/>
              </a:defRPr>
            </a:lvl1pPr>
          </a:lstStyle>
          <a:p>
            <a:pPr indent="0" algn="r">
              <a:buNone/>
            </a:pPr>
            <a:r>
              <a:rPr b="0" lang="fr-FR" sz="1400" strike="noStrike" u="none">
                <a:solidFill>
                  <a:srgbClr val="000000"/>
                </a:solidFill>
                <a:effectLst/>
                <a:uFillTx/>
                <a:latin typeface="Times New Roman"/>
              </a:rPr>
              <a:t>&lt;date/heure&gt;</a:t>
            </a:r>
            <a:endParaRPr b="0" lang="fr-FR" sz="1400" strike="noStrike" u="none">
              <a:solidFill>
                <a:srgbClr val="000000"/>
              </a:solidFill>
              <a:effectLst/>
              <a:uFillTx/>
              <a:latin typeface="Times New Roman"/>
            </a:endParaRPr>
          </a:p>
        </p:txBody>
      </p:sp>
      <p:sp>
        <p:nvSpPr>
          <p:cNvPr id="39"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indent="0">
              <a:buNone/>
              <a:defRPr b="0" lang="fr-FR" sz="1400" strike="noStrike" u="none">
                <a:solidFill>
                  <a:srgbClr val="000000"/>
                </a:solidFill>
                <a:effectLst/>
                <a:uFillTx/>
                <a:latin typeface="Times New Roman"/>
              </a:defRPr>
            </a:lvl1pPr>
          </a:lstStyle>
          <a:p>
            <a:pPr indent="0">
              <a:buNone/>
            </a:pPr>
            <a:r>
              <a:rPr b="0" lang="fr-FR" sz="1400" strike="noStrike" u="none">
                <a:solidFill>
                  <a:srgbClr val="000000"/>
                </a:solidFill>
                <a:effectLst/>
                <a:uFillTx/>
                <a:latin typeface="Times New Roman"/>
              </a:rPr>
              <a:t>&lt;pied de page&gt;</a:t>
            </a:r>
            <a:endParaRPr b="0" lang="fr-FR" sz="1400" strike="noStrike" u="none">
              <a:solidFill>
                <a:srgbClr val="000000"/>
              </a:solidFill>
              <a:effectLst/>
              <a:uFillTx/>
              <a:latin typeface="Times New Roman"/>
            </a:endParaRPr>
          </a:p>
        </p:txBody>
      </p:sp>
      <p:sp>
        <p:nvSpPr>
          <p:cNvPr id="40"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indent="0" algn="r">
              <a:buNone/>
              <a:defRPr b="0" lang="fr-FR" sz="1400" strike="noStrike" u="none">
                <a:solidFill>
                  <a:srgbClr val="000000"/>
                </a:solidFill>
                <a:effectLst/>
                <a:uFillTx/>
                <a:latin typeface="Times New Roman"/>
              </a:defRPr>
            </a:lvl1pPr>
          </a:lstStyle>
          <a:p>
            <a:pPr indent="0" algn="r">
              <a:buNone/>
            </a:pPr>
            <a:fld id="{3CC972D7-A060-4F59-BC7D-1959851DBF8E}" type="slidenum">
              <a:rPr b="0" lang="fr-FR" sz="1400" strike="noStrike" u="none">
                <a:solidFill>
                  <a:srgbClr val="000000"/>
                </a:solidFill>
                <a:effectLst/>
                <a:uFillTx/>
                <a:latin typeface="Times New Roman"/>
              </a:rPr>
              <a:t>&lt;numéro&gt;</a:t>
            </a:fld>
            <a:endParaRPr b="0" lang="fr-FR" sz="1400" strike="noStrike" u="non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PlaceHolder 1"/>
          <p:cNvSpPr>
            <a:spLocks noGrp="1"/>
          </p:cNvSpPr>
          <p:nvPr>
            <p:ph type="sldImg"/>
          </p:nvPr>
        </p:nvSpPr>
        <p:spPr>
          <a:xfrm>
            <a:off x="685800" y="1523880"/>
            <a:ext cx="5485320" cy="4113720"/>
          </a:xfrm>
          <a:prstGeom prst="rect">
            <a:avLst/>
          </a:prstGeom>
          <a:ln w="0">
            <a:noFill/>
          </a:ln>
        </p:spPr>
      </p:sp>
      <p:sp>
        <p:nvSpPr>
          <p:cNvPr id="212" name="PlaceHolder 2"/>
          <p:cNvSpPr>
            <a:spLocks noGrp="1"/>
          </p:cNvSpPr>
          <p:nvPr>
            <p:ph type="body"/>
          </p:nvPr>
        </p:nvSpPr>
        <p:spPr>
          <a:xfrm>
            <a:off x="685800" y="5867280"/>
            <a:ext cx="5485320" cy="4799160"/>
          </a:xfrm>
          <a:prstGeom prst="rect">
            <a:avLst/>
          </a:prstGeom>
          <a:noFill/>
          <a:ln w="0">
            <a:noFill/>
          </a:ln>
        </p:spPr>
        <p:txBody>
          <a:bodyPr lIns="91440" rIns="91440" tIns="45720" bIns="45720" anchor="t">
            <a:noAutofit/>
          </a:bodyPr>
          <a:p>
            <a:pPr indent="0">
              <a:buNone/>
            </a:pPr>
            <a:endParaRPr b="0" lang="fr-FR" sz="1800" strike="noStrike" u="none">
              <a:solidFill>
                <a:srgbClr val="000000"/>
              </a:solidFill>
              <a:effectLst/>
              <a:uFillTx/>
              <a:latin typeface="Arial"/>
            </a:endParaRPr>
          </a:p>
        </p:txBody>
      </p:sp>
      <p:sp>
        <p:nvSpPr>
          <p:cNvPr id="213" name="PlaceHolder 3"/>
          <p:cNvSpPr>
            <a:spLocks noGrp="1"/>
          </p:cNvSpPr>
          <p:nvPr>
            <p:ph type="sldNum" idx="13"/>
          </p:nvPr>
        </p:nvSpPr>
        <p:spPr>
          <a:xfrm>
            <a:off x="3884760" y="11580120"/>
            <a:ext cx="2970720" cy="610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trike="noStrike" u="none">
                <a:solidFill>
                  <a:schemeClr val="dk1"/>
                </a:solidFill>
                <a:effectLst/>
                <a:uFillTx/>
                <a:latin typeface="+mn-lt"/>
                <a:ea typeface="+mn-ea"/>
              </a:defRPr>
            </a:lvl1pPr>
          </a:lstStyle>
          <a:p>
            <a:pPr indent="0" algn="r" defTabSz="914400">
              <a:lnSpc>
                <a:spcPct val="100000"/>
              </a:lnSpc>
              <a:buNone/>
              <a:tabLst>
                <a:tab algn="l" pos="0"/>
              </a:tabLst>
            </a:pPr>
            <a:fld id="{5C17E251-4B8E-480E-BF51-FAE307E295D4}" type="slidenum">
              <a:rPr b="0" lang="fr-FR" sz="1200" strike="noStrike" u="none">
                <a:solidFill>
                  <a:schemeClr val="dk1"/>
                </a:solidFill>
                <a:effectLst/>
                <a:uFillTx/>
                <a:latin typeface="+mn-lt"/>
                <a:ea typeface="+mn-ea"/>
              </a:rPr>
              <a:t>11</a:t>
            </a:fld>
            <a:endParaRPr b="0" lang="fr-FR" sz="1200" strike="noStrike" u="non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4" name="PlaceHolder 1"/>
          <p:cNvSpPr>
            <a:spLocks noGrp="1"/>
          </p:cNvSpPr>
          <p:nvPr>
            <p:ph type="sldImg"/>
          </p:nvPr>
        </p:nvSpPr>
        <p:spPr>
          <a:xfrm>
            <a:off x="685800" y="1523880"/>
            <a:ext cx="5485320" cy="4113720"/>
          </a:xfrm>
          <a:prstGeom prst="rect">
            <a:avLst/>
          </a:prstGeom>
          <a:ln w="0">
            <a:noFill/>
          </a:ln>
        </p:spPr>
      </p:sp>
      <p:sp>
        <p:nvSpPr>
          <p:cNvPr id="215" name="PlaceHolder 2"/>
          <p:cNvSpPr>
            <a:spLocks noGrp="1"/>
          </p:cNvSpPr>
          <p:nvPr>
            <p:ph type="body"/>
          </p:nvPr>
        </p:nvSpPr>
        <p:spPr>
          <a:xfrm>
            <a:off x="685800" y="5867280"/>
            <a:ext cx="5485320" cy="4799160"/>
          </a:xfrm>
          <a:prstGeom prst="rect">
            <a:avLst/>
          </a:prstGeom>
          <a:noFill/>
          <a:ln w="0">
            <a:noFill/>
          </a:ln>
        </p:spPr>
        <p:txBody>
          <a:bodyPr lIns="91440" rIns="91440" tIns="45720" bIns="45720" anchor="t">
            <a:noAutofit/>
          </a:bodyPr>
          <a:p>
            <a:pPr indent="0">
              <a:buNone/>
            </a:pPr>
            <a:endParaRPr b="0" lang="fr-FR" sz="1800" strike="noStrike" u="none">
              <a:solidFill>
                <a:srgbClr val="000000"/>
              </a:solidFill>
              <a:effectLst/>
              <a:uFillTx/>
              <a:latin typeface="Arial"/>
            </a:endParaRPr>
          </a:p>
        </p:txBody>
      </p:sp>
      <p:sp>
        <p:nvSpPr>
          <p:cNvPr id="216" name="PlaceHolder 3"/>
          <p:cNvSpPr>
            <a:spLocks noGrp="1"/>
          </p:cNvSpPr>
          <p:nvPr>
            <p:ph type="sldNum" idx="14"/>
          </p:nvPr>
        </p:nvSpPr>
        <p:spPr>
          <a:xfrm>
            <a:off x="3884760" y="11580120"/>
            <a:ext cx="2970720" cy="610200"/>
          </a:xfrm>
          <a:prstGeom prst="rect">
            <a:avLst/>
          </a:prstGeom>
          <a:noFill/>
          <a:ln w="0">
            <a:noFill/>
          </a:ln>
        </p:spPr>
        <p:txBody>
          <a:bodyPr lIns="91440" rIns="91440" tIns="45720" bIns="45720" anchor="b">
            <a:noAutofit/>
          </a:bodyPr>
          <a:p>
            <a:pPr indent="0">
              <a:buNone/>
            </a:pPr>
            <a:endParaRPr b="0" lang="fr-FR" sz="1400" strike="noStrike" u="non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7" name="PlaceHolder 1"/>
          <p:cNvSpPr>
            <a:spLocks noGrp="1"/>
          </p:cNvSpPr>
          <p:nvPr>
            <p:ph type="sldImg"/>
          </p:nvPr>
        </p:nvSpPr>
        <p:spPr>
          <a:xfrm>
            <a:off x="685800" y="1523880"/>
            <a:ext cx="5485320" cy="4113720"/>
          </a:xfrm>
          <a:prstGeom prst="rect">
            <a:avLst/>
          </a:prstGeom>
          <a:ln w="0">
            <a:noFill/>
          </a:ln>
        </p:spPr>
      </p:sp>
      <p:sp>
        <p:nvSpPr>
          <p:cNvPr id="218" name="PlaceHolder 2"/>
          <p:cNvSpPr>
            <a:spLocks noGrp="1"/>
          </p:cNvSpPr>
          <p:nvPr>
            <p:ph type="body"/>
          </p:nvPr>
        </p:nvSpPr>
        <p:spPr>
          <a:xfrm>
            <a:off x="685800" y="5867280"/>
            <a:ext cx="5485320" cy="4799160"/>
          </a:xfrm>
          <a:prstGeom prst="rect">
            <a:avLst/>
          </a:prstGeom>
          <a:noFill/>
          <a:ln w="0">
            <a:noFill/>
          </a:ln>
        </p:spPr>
        <p:txBody>
          <a:bodyPr lIns="91440" rIns="91440" tIns="45720" bIns="45720" anchor="t">
            <a:noAutofit/>
          </a:bodyPr>
          <a:p>
            <a:pPr indent="0">
              <a:buNone/>
            </a:pPr>
            <a:endParaRPr b="0" lang="fr-FR" sz="1800" strike="noStrike" u="none">
              <a:solidFill>
                <a:srgbClr val="000000"/>
              </a:solidFill>
              <a:effectLst/>
              <a:uFillTx/>
              <a:latin typeface="Arial"/>
            </a:endParaRPr>
          </a:p>
        </p:txBody>
      </p:sp>
      <p:sp>
        <p:nvSpPr>
          <p:cNvPr id="219" name="PlaceHolder 3"/>
          <p:cNvSpPr>
            <a:spLocks noGrp="1"/>
          </p:cNvSpPr>
          <p:nvPr>
            <p:ph type="sldNum" idx="15"/>
          </p:nvPr>
        </p:nvSpPr>
        <p:spPr>
          <a:xfrm>
            <a:off x="3884760" y="11580120"/>
            <a:ext cx="2970720" cy="610200"/>
          </a:xfrm>
          <a:prstGeom prst="rect">
            <a:avLst/>
          </a:prstGeom>
          <a:noFill/>
          <a:ln w="0">
            <a:noFill/>
          </a:ln>
        </p:spPr>
        <p:txBody>
          <a:bodyPr lIns="91440" rIns="91440" tIns="45720" bIns="45720" anchor="b">
            <a:noAutofit/>
          </a:bodyPr>
          <a:p>
            <a:pPr indent="0">
              <a:buNone/>
            </a:pPr>
            <a:endParaRPr b="0" lang="fr-FR" sz="1400" strike="noStrike" u="non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0" name="PlaceHolder 1"/>
          <p:cNvSpPr>
            <a:spLocks noGrp="1"/>
          </p:cNvSpPr>
          <p:nvPr>
            <p:ph type="sldImg"/>
          </p:nvPr>
        </p:nvSpPr>
        <p:spPr>
          <a:xfrm>
            <a:off x="685800" y="1523880"/>
            <a:ext cx="5485320" cy="4113720"/>
          </a:xfrm>
          <a:prstGeom prst="rect">
            <a:avLst/>
          </a:prstGeom>
          <a:ln w="0">
            <a:noFill/>
          </a:ln>
        </p:spPr>
      </p:sp>
      <p:sp>
        <p:nvSpPr>
          <p:cNvPr id="221" name="PlaceHolder 2"/>
          <p:cNvSpPr>
            <a:spLocks noGrp="1"/>
          </p:cNvSpPr>
          <p:nvPr>
            <p:ph type="body"/>
          </p:nvPr>
        </p:nvSpPr>
        <p:spPr>
          <a:xfrm>
            <a:off x="685800" y="5867280"/>
            <a:ext cx="5485320" cy="4799160"/>
          </a:xfrm>
          <a:prstGeom prst="rect">
            <a:avLst/>
          </a:prstGeom>
          <a:noFill/>
          <a:ln w="0">
            <a:noFill/>
          </a:ln>
        </p:spPr>
        <p:txBody>
          <a:bodyPr lIns="91440" rIns="91440" tIns="45720" bIns="45720" anchor="t">
            <a:noAutofit/>
          </a:bodyPr>
          <a:p>
            <a:pPr indent="0">
              <a:buNone/>
            </a:pPr>
            <a:endParaRPr b="0" lang="fr-FR" sz="1800" strike="noStrike" u="none">
              <a:solidFill>
                <a:srgbClr val="000000"/>
              </a:solidFill>
              <a:effectLst/>
              <a:uFillTx/>
              <a:latin typeface="Arial"/>
            </a:endParaRPr>
          </a:p>
        </p:txBody>
      </p:sp>
      <p:sp>
        <p:nvSpPr>
          <p:cNvPr id="222" name="PlaceHolder 3"/>
          <p:cNvSpPr>
            <a:spLocks noGrp="1"/>
          </p:cNvSpPr>
          <p:nvPr>
            <p:ph type="sldNum" idx="16"/>
          </p:nvPr>
        </p:nvSpPr>
        <p:spPr>
          <a:xfrm>
            <a:off x="3884760" y="11580120"/>
            <a:ext cx="2970720" cy="610200"/>
          </a:xfrm>
          <a:prstGeom prst="rect">
            <a:avLst/>
          </a:prstGeom>
          <a:noFill/>
          <a:ln w="0">
            <a:noFill/>
          </a:ln>
        </p:spPr>
        <p:txBody>
          <a:bodyPr lIns="91440" rIns="91440" tIns="45720" bIns="45720" anchor="b">
            <a:noAutofit/>
          </a:bodyPr>
          <a:p>
            <a:pPr indent="0">
              <a:buNone/>
            </a:pPr>
            <a:endParaRPr b="0" lang="fr-FR" sz="1400" strike="noStrike" u="non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3" name="PlaceHolder 1"/>
          <p:cNvSpPr>
            <a:spLocks noGrp="1"/>
          </p:cNvSpPr>
          <p:nvPr>
            <p:ph type="sldImg"/>
          </p:nvPr>
        </p:nvSpPr>
        <p:spPr>
          <a:xfrm>
            <a:off x="685800" y="1142640"/>
            <a:ext cx="5484960" cy="3084840"/>
          </a:xfrm>
          <a:prstGeom prst="rect">
            <a:avLst/>
          </a:prstGeom>
          <a:ln w="0">
            <a:noFill/>
          </a:ln>
        </p:spPr>
      </p:sp>
      <p:sp>
        <p:nvSpPr>
          <p:cNvPr id="224" name="PlaceHolder 2"/>
          <p:cNvSpPr>
            <a:spLocks noGrp="1"/>
          </p:cNvSpPr>
          <p:nvPr>
            <p:ph type="body"/>
          </p:nvPr>
        </p:nvSpPr>
        <p:spPr>
          <a:xfrm>
            <a:off x="685800" y="4400280"/>
            <a:ext cx="5484960" cy="3598920"/>
          </a:xfrm>
          <a:prstGeom prst="rect">
            <a:avLst/>
          </a:prstGeom>
          <a:noFill/>
          <a:ln w="0">
            <a:noFill/>
          </a:ln>
        </p:spPr>
        <p:txBody>
          <a:bodyPr lIns="91440" rIns="91440" tIns="45720" bIns="45720" anchor="t">
            <a:noAutofit/>
          </a:bodyPr>
          <a:p>
            <a:pPr indent="0">
              <a:lnSpc>
                <a:spcPct val="100000"/>
              </a:lnSpc>
              <a:buNone/>
              <a:tabLst>
                <a:tab algn="l" pos="0"/>
              </a:tabLst>
            </a:pPr>
            <a:r>
              <a:rPr b="0" lang="fr-FR" sz="2000" strike="noStrike" u="none">
                <a:solidFill>
                  <a:srgbClr val="000000"/>
                </a:solidFill>
                <a:effectLst/>
                <a:uFillTx/>
                <a:latin typeface="Arial"/>
              </a:rPr>
              <a:t>Conclure en rappelant les exigences du brief couvertes. Donner les améliorations futures et inviter aux questions.</a:t>
            </a:r>
            <a:endParaRPr b="0" lang="fr-FR" sz="2000" strike="noStrike" u="none">
              <a:solidFill>
                <a:srgbClr val="000000"/>
              </a:solidFill>
              <a:effectLst/>
              <a:uFillTx/>
              <a:latin typeface="Arial"/>
            </a:endParaRPr>
          </a:p>
        </p:txBody>
      </p:sp>
      <p:sp>
        <p:nvSpPr>
          <p:cNvPr id="225" name="PlaceHolder 3"/>
          <p:cNvSpPr>
            <a:spLocks noGrp="1"/>
          </p:cNvSpPr>
          <p:nvPr>
            <p:ph type="sldNum" idx="17"/>
          </p:nvPr>
        </p:nvSpPr>
        <p:spPr>
          <a:xfrm>
            <a:off x="3884760" y="868500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trike="noStrike" u="none">
                <a:solidFill>
                  <a:schemeClr val="dk1"/>
                </a:solidFill>
                <a:effectLst/>
                <a:uFillTx/>
                <a:latin typeface="+mn-lt"/>
                <a:ea typeface="+mn-ea"/>
              </a:defRPr>
            </a:lvl1pPr>
          </a:lstStyle>
          <a:p>
            <a:pPr indent="0" algn="r" defTabSz="914400">
              <a:lnSpc>
                <a:spcPct val="100000"/>
              </a:lnSpc>
              <a:buNone/>
              <a:tabLst>
                <a:tab algn="l" pos="0"/>
              </a:tabLst>
            </a:pPr>
            <a:fld id="{0AE68808-E7DE-4643-8EDC-67C0C72C53A6}" type="slidenum">
              <a:rPr b="0" lang="fr-FR" sz="1200" strike="noStrike" u="none">
                <a:solidFill>
                  <a:schemeClr val="dk1"/>
                </a:solidFill>
                <a:effectLst/>
                <a:uFillTx/>
                <a:latin typeface="+mn-lt"/>
                <a:ea typeface="+mn-ea"/>
              </a:rPr>
              <a:t>11</a:t>
            </a:fld>
            <a:endParaRPr b="0" lang="fr-FR" sz="1200" strike="noStrike" u="non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PlaceHolder 1"/>
          <p:cNvSpPr>
            <a:spLocks noGrp="1"/>
          </p:cNvSpPr>
          <p:nvPr>
            <p:ph type="sldImg"/>
          </p:nvPr>
        </p:nvSpPr>
        <p:spPr>
          <a:xfrm>
            <a:off x="685800" y="1142640"/>
            <a:ext cx="5484960" cy="3084840"/>
          </a:xfrm>
          <a:prstGeom prst="rect">
            <a:avLst/>
          </a:prstGeom>
          <a:ln w="0">
            <a:noFill/>
          </a:ln>
        </p:spPr>
      </p:sp>
      <p:sp>
        <p:nvSpPr>
          <p:cNvPr id="227" name="PlaceHolder 2"/>
          <p:cNvSpPr>
            <a:spLocks noGrp="1"/>
          </p:cNvSpPr>
          <p:nvPr>
            <p:ph type="body"/>
          </p:nvPr>
        </p:nvSpPr>
        <p:spPr>
          <a:xfrm>
            <a:off x="685800" y="4400280"/>
            <a:ext cx="5484960" cy="3598920"/>
          </a:xfrm>
          <a:prstGeom prst="rect">
            <a:avLst/>
          </a:prstGeom>
          <a:noFill/>
          <a:ln w="0">
            <a:noFill/>
          </a:ln>
        </p:spPr>
        <p:txBody>
          <a:bodyPr lIns="91440" rIns="91440" tIns="45720" bIns="45720" anchor="t">
            <a:noAutofit/>
          </a:bodyPr>
          <a:p>
            <a:pPr indent="0">
              <a:lnSpc>
                <a:spcPct val="100000"/>
              </a:lnSpc>
              <a:buNone/>
              <a:tabLst>
                <a:tab algn="l" pos="0"/>
              </a:tabLst>
            </a:pPr>
            <a:r>
              <a:rPr b="0" lang="fr-FR" sz="2000" strike="noStrike" u="none">
                <a:solidFill>
                  <a:srgbClr val="000000"/>
                </a:solidFill>
                <a:effectLst/>
                <a:uFillTx/>
                <a:latin typeface="Arial"/>
              </a:rPr>
              <a:t>Conclure en rappelant les exigences du brief couvertes. Donner les améliorations futures et inviter aux questions.</a:t>
            </a:r>
            <a:endParaRPr b="0" lang="fr-FR" sz="2000" strike="noStrike" u="none">
              <a:solidFill>
                <a:srgbClr val="000000"/>
              </a:solidFill>
              <a:effectLst/>
              <a:uFillTx/>
              <a:latin typeface="Arial"/>
            </a:endParaRPr>
          </a:p>
        </p:txBody>
      </p:sp>
      <p:sp>
        <p:nvSpPr>
          <p:cNvPr id="228" name="PlaceHolder 3"/>
          <p:cNvSpPr>
            <a:spLocks noGrp="1"/>
          </p:cNvSpPr>
          <p:nvPr>
            <p:ph type="sldNum" idx="18"/>
          </p:nvPr>
        </p:nvSpPr>
        <p:spPr>
          <a:xfrm>
            <a:off x="3884760" y="868500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trike="noStrike" u="none">
                <a:solidFill>
                  <a:schemeClr val="dk1"/>
                </a:solidFill>
                <a:effectLst/>
                <a:uFillTx/>
                <a:latin typeface="+mn-lt"/>
                <a:ea typeface="+mn-ea"/>
              </a:defRPr>
            </a:lvl1pPr>
          </a:lstStyle>
          <a:p>
            <a:pPr indent="0" algn="r" defTabSz="914400">
              <a:lnSpc>
                <a:spcPct val="100000"/>
              </a:lnSpc>
              <a:buNone/>
              <a:tabLst>
                <a:tab algn="l" pos="0"/>
              </a:tabLst>
            </a:pPr>
            <a:fld id="{5017181E-E756-4AFC-B67F-30E7E6BF10B8}" type="slidenum">
              <a:rPr b="0" lang="fr-FR" sz="1200" strike="noStrike" u="none">
                <a:solidFill>
                  <a:schemeClr val="dk1"/>
                </a:solidFill>
                <a:effectLst/>
                <a:uFillTx/>
                <a:latin typeface="+mn-lt"/>
                <a:ea typeface="+mn-ea"/>
              </a:rPr>
              <a:t>11</a:t>
            </a:fld>
            <a:endParaRPr b="0" lang="fr-FR" sz="1200" strike="noStrike" u="non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PlaceHolder 1"/>
          <p:cNvSpPr>
            <a:spLocks noGrp="1"/>
          </p:cNvSpPr>
          <p:nvPr>
            <p:ph type="sldImg"/>
          </p:nvPr>
        </p:nvSpPr>
        <p:spPr>
          <a:xfrm>
            <a:off x="685800" y="1142640"/>
            <a:ext cx="5484960" cy="3084840"/>
          </a:xfrm>
          <a:prstGeom prst="rect">
            <a:avLst/>
          </a:prstGeom>
          <a:ln w="0">
            <a:noFill/>
          </a:ln>
        </p:spPr>
      </p:sp>
      <p:sp>
        <p:nvSpPr>
          <p:cNvPr id="230" name="PlaceHolder 2"/>
          <p:cNvSpPr>
            <a:spLocks noGrp="1"/>
          </p:cNvSpPr>
          <p:nvPr>
            <p:ph type="body"/>
          </p:nvPr>
        </p:nvSpPr>
        <p:spPr>
          <a:xfrm>
            <a:off x="685800" y="4400280"/>
            <a:ext cx="5484960" cy="3598920"/>
          </a:xfrm>
          <a:prstGeom prst="rect">
            <a:avLst/>
          </a:prstGeom>
          <a:noFill/>
          <a:ln w="0">
            <a:noFill/>
          </a:ln>
        </p:spPr>
        <p:txBody>
          <a:bodyPr lIns="91440" rIns="91440" tIns="45720" bIns="45720" anchor="t">
            <a:noAutofit/>
          </a:bodyPr>
          <a:p>
            <a:pPr indent="0">
              <a:lnSpc>
                <a:spcPct val="100000"/>
              </a:lnSpc>
              <a:buNone/>
              <a:tabLst>
                <a:tab algn="l" pos="0"/>
              </a:tabLst>
            </a:pPr>
            <a:r>
              <a:rPr b="0" lang="fr-FR" sz="2000" strike="noStrike" u="none">
                <a:solidFill>
                  <a:srgbClr val="000000"/>
                </a:solidFill>
                <a:effectLst/>
                <a:uFillTx/>
                <a:latin typeface="Arial"/>
              </a:rPr>
              <a:t>Conclure en rappelant les exigences du brief couvertes. Donner les améliorations futures et inviter aux questions.</a:t>
            </a:r>
            <a:endParaRPr b="0" lang="fr-FR" sz="2000" strike="noStrike" u="none">
              <a:solidFill>
                <a:srgbClr val="000000"/>
              </a:solidFill>
              <a:effectLst/>
              <a:uFillTx/>
              <a:latin typeface="Arial"/>
            </a:endParaRPr>
          </a:p>
        </p:txBody>
      </p:sp>
      <p:sp>
        <p:nvSpPr>
          <p:cNvPr id="231" name="PlaceHolder 3"/>
          <p:cNvSpPr>
            <a:spLocks noGrp="1"/>
          </p:cNvSpPr>
          <p:nvPr>
            <p:ph type="sldNum" idx="19"/>
          </p:nvPr>
        </p:nvSpPr>
        <p:spPr>
          <a:xfrm>
            <a:off x="3884760" y="8685000"/>
            <a:ext cx="2970360" cy="45720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fr-FR" sz="1200" strike="noStrike" u="none">
                <a:solidFill>
                  <a:schemeClr val="dk1"/>
                </a:solidFill>
                <a:effectLst/>
                <a:uFillTx/>
                <a:latin typeface="+mn-lt"/>
                <a:ea typeface="+mn-ea"/>
              </a:defRPr>
            </a:lvl1pPr>
          </a:lstStyle>
          <a:p>
            <a:pPr indent="0" algn="r" defTabSz="914400">
              <a:lnSpc>
                <a:spcPct val="100000"/>
              </a:lnSpc>
              <a:buNone/>
              <a:tabLst>
                <a:tab algn="l" pos="0"/>
              </a:tabLst>
            </a:pPr>
            <a:fld id="{6EB0BC24-AF9D-4CCA-B14E-A43A7C3BDB51}" type="slidenum">
              <a:rPr b="0" lang="fr-FR" sz="1200" strike="noStrike" u="none">
                <a:solidFill>
                  <a:schemeClr val="dk1"/>
                </a:solidFill>
                <a:effectLst/>
                <a:uFillTx/>
                <a:latin typeface="+mn-lt"/>
                <a:ea typeface="+mn-ea"/>
              </a:rPr>
              <a:t>11</a:t>
            </a:fld>
            <a:endParaRPr b="0" lang="fr-FR" sz="1200" strike="noStrike" u="non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2" name="PlaceHolder 1"/>
          <p:cNvSpPr>
            <a:spLocks noGrp="1"/>
          </p:cNvSpPr>
          <p:nvPr>
            <p:ph type="sldImg"/>
          </p:nvPr>
        </p:nvSpPr>
        <p:spPr>
          <a:xfrm>
            <a:off x="685800" y="1143000"/>
            <a:ext cx="5485320" cy="3085200"/>
          </a:xfrm>
          <a:prstGeom prst="rect">
            <a:avLst/>
          </a:prstGeom>
          <a:ln w="0">
            <a:noFill/>
          </a:ln>
        </p:spPr>
      </p:sp>
      <p:sp>
        <p:nvSpPr>
          <p:cNvPr id="233"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r>
              <a:rPr b="0" lang="en-US" sz="1200" strike="noStrike" u="none">
                <a:solidFill>
                  <a:srgbClr val="000000"/>
                </a:solidFill>
                <a:effectLst/>
                <a:uFillTx/>
                <a:latin typeface="Arial"/>
              </a:rPr>
              <a:t>« Dans notre partie, nous expliquons FastAPI. FastAPI est un framework Python qui nous permet de créer une API REST. Dans notre projet, son rôle est de servir d’intermédiaire entre un client et MongoDB. Le client ne se connecte jamais directement à la base. Il envoie une requête HTTP à FastAPI. FastAPI valide la demande, appelle une fonction Python, qui utilise PyMongo pour interroger MongoDB. Ensuite FastAPI renvoie une réponse JSON.</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L’intérêt est de contrôler les données exposées, valider les paramètres, limiter les réponses et documenter les routes avec Swagger. Donc FastAPI transforme notre base MongoDB en service réutilisable par d’autres applications. »</a:t>
            </a:r>
            <a:endParaRPr b="0" lang="fr-FR" sz="1200" strike="noStrike" u="none">
              <a:solidFill>
                <a:srgbClr val="000000"/>
              </a:solidFill>
              <a:effectLst/>
              <a:uFillTx/>
              <a:latin typeface="Arial"/>
            </a:endParaRPr>
          </a:p>
        </p:txBody>
      </p:sp>
      <p:sp>
        <p:nvSpPr>
          <p:cNvPr id="234" name="PlaceHolder 3"/>
          <p:cNvSpPr>
            <a:spLocks noGrp="1"/>
          </p:cNvSpPr>
          <p:nvPr>
            <p:ph type="sldNum" idx="20"/>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F846626-B496-4B94-B431-3F604DE5F6F3}" type="slidenum">
              <a:rPr b="0" lang="en-US" sz="1200" strike="noStrike" u="none">
                <a:solidFill>
                  <a:schemeClr val="dk1"/>
                </a:solidFill>
                <a:effectLst/>
                <a:uFillTx/>
                <a:latin typeface="+mn-lt"/>
                <a:ea typeface="+mn-ea"/>
              </a:rPr>
              <a:t>11</a:t>
            </a:fld>
            <a:endParaRPr b="0" lang="fr-FR" sz="1200" strike="noStrike" u="non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5" name="PlaceHolder 1"/>
          <p:cNvSpPr>
            <a:spLocks noGrp="1"/>
          </p:cNvSpPr>
          <p:nvPr>
            <p:ph type="sldImg"/>
          </p:nvPr>
        </p:nvSpPr>
        <p:spPr>
          <a:xfrm>
            <a:off x="685800" y="1143000"/>
            <a:ext cx="5485320" cy="3085200"/>
          </a:xfrm>
          <a:prstGeom prst="rect">
            <a:avLst/>
          </a:prstGeom>
          <a:ln w="0">
            <a:noFill/>
          </a:ln>
        </p:spPr>
      </p:sp>
      <p:sp>
        <p:nvSpPr>
          <p:cNvPr id="236"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r>
              <a:rPr b="0" lang="en-US" sz="1200" strike="noStrike" u="none">
                <a:solidFill>
                  <a:srgbClr val="000000"/>
                </a:solidFill>
                <a:effectLst/>
                <a:uFillTx/>
                <a:latin typeface="Arial"/>
              </a:rPr>
              <a:t>« Nous avons conçu plusieurs endpoints en fonction des usages du projet : consulter une commande, filtrer par statut, retrouver l’historique d’un client avec customer_unique_id, ou consulter les commandes par État. Nous exposons aussi deux routes analytiques qui correspondent aux agrégations MongoDB : ventes par catégorie et ventes par État.</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Ensuite, nous avons ajouté de la robustesse. Le paramètre limit est limité entre 1 et 100 pour éviter des réponses trop volumineuses. Les statuts et les États sont limités aux valeurs autorisées avec Literal. Si la commande n’existe pas, l’API retourne 404. Si un paramètre n’est pas valide, FastAPI retourne 422.</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Enfin, Swagger et OpenAPI sont générés automatiquement par FastAPI à partir du code. »</a:t>
            </a:r>
            <a:endParaRPr b="0" lang="fr-FR" sz="1200" strike="noStrike" u="none">
              <a:solidFill>
                <a:srgbClr val="000000"/>
              </a:solidFill>
              <a:effectLst/>
              <a:uFillTx/>
              <a:latin typeface="Arial"/>
            </a:endParaRPr>
          </a:p>
        </p:txBody>
      </p:sp>
      <p:sp>
        <p:nvSpPr>
          <p:cNvPr id="237" name="PlaceHolder 3"/>
          <p:cNvSpPr>
            <a:spLocks noGrp="1"/>
          </p:cNvSpPr>
          <p:nvPr>
            <p:ph type="sldNum" idx="21"/>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061E5ADF-FE53-43C7-BB83-4CAABE891292}" type="slidenum">
              <a:rPr b="0" lang="en-US" sz="1200" strike="noStrike" u="none">
                <a:solidFill>
                  <a:schemeClr val="dk1"/>
                </a:solidFill>
                <a:effectLst/>
                <a:uFillTx/>
                <a:latin typeface="+mn-lt"/>
                <a:ea typeface="+mn-ea"/>
              </a:rPr>
              <a:t>&lt;numéro&gt;</a:t>
            </a:fld>
            <a:endParaRPr b="0" lang="fr-FR" sz="1200" strike="noStrike" u="non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8" name="PlaceHolder 1"/>
          <p:cNvSpPr>
            <a:spLocks noGrp="1"/>
          </p:cNvSpPr>
          <p:nvPr>
            <p:ph type="sldImg"/>
          </p:nvPr>
        </p:nvSpPr>
        <p:spPr>
          <a:xfrm>
            <a:off x="685800" y="1143000"/>
            <a:ext cx="5485320" cy="3085200"/>
          </a:xfrm>
          <a:prstGeom prst="rect">
            <a:avLst/>
          </a:prstGeom>
          <a:ln w="0">
            <a:noFill/>
          </a:ln>
        </p:spPr>
      </p:sp>
      <p:sp>
        <p:nvSpPr>
          <p:cNvPr id="239"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r>
              <a:rPr b="0" lang="en-US" sz="1200" strike="noStrike" u="none">
                <a:solidFill>
                  <a:srgbClr val="000000"/>
                </a:solidFill>
                <a:effectLst/>
                <a:uFillTx/>
                <a:latin typeface="Arial"/>
              </a:rPr>
              <a:t>Démo à faire dans Swagger :</a:t>
            </a: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1. Ouvrir /docs.</a:t>
            </a: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2. Tester GET / : dire que l’API répond avec 200.</a:t>
            </a: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3. Tester GET /orders/{order_id} avec e481f51cbdc54678b7cc49136f2d6af7. Dire : « Ici, Swagger représente le client. FastAPI reçoit l’order_id, interroge MongoDB avec PyMongo et retourne le document commande en JSON. »</a:t>
            </a: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4. Tester GET /analytics/categories/sales?limit=5. Dire : « Ici, nous ne retournons pas seulement un document. Nous déclenchons une agrégation MongoDB et FastAPI renvoie le résultat en JSON. »</a:t>
            </a: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5.</a:t>
            </a:r>
            <a:r>
              <a:rPr b="1" lang="en-US" sz="1200" strike="noStrike" u="none">
                <a:solidFill>
                  <a:srgbClr val="000000"/>
                </a:solidFill>
                <a:effectLst/>
                <a:uFillTx/>
                <a:latin typeface="Arial"/>
              </a:rPr>
              <a:t> Si vous avez encore 10 secondes, </a:t>
            </a:r>
            <a:r>
              <a:rPr b="0" lang="en-US" sz="1200" strike="noStrike" u="none">
                <a:solidFill>
                  <a:srgbClr val="000000"/>
                </a:solidFill>
                <a:effectLst/>
                <a:uFillTx/>
                <a:latin typeface="Arial"/>
              </a:rPr>
              <a:t>montrer une commande inexistante pour obtenir 404. Sinon, ne pas le faire.</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p:txBody>
      </p:sp>
      <p:sp>
        <p:nvSpPr>
          <p:cNvPr id="240" name="PlaceHolder 3"/>
          <p:cNvSpPr>
            <a:spLocks noGrp="1"/>
          </p:cNvSpPr>
          <p:nvPr>
            <p:ph type="sldNum" idx="22"/>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2EF58DEE-8403-4BDD-BE1F-792A2C8068EF}" type="slidenum">
              <a:rPr b="0" lang="en-US" sz="1200" strike="noStrike" u="none">
                <a:solidFill>
                  <a:schemeClr val="dk1"/>
                </a:solidFill>
                <a:effectLst/>
                <a:uFillTx/>
                <a:latin typeface="+mn-lt"/>
                <a:ea typeface="+mn-ea"/>
              </a:rPr>
              <a:t>&lt;numéro&gt;</a:t>
            </a:fld>
            <a:endParaRPr b="0" lang="fr-FR" sz="1200" strike="noStrike" u="non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1" name="PlaceHolder 1"/>
          <p:cNvSpPr>
            <a:spLocks noGrp="1"/>
          </p:cNvSpPr>
          <p:nvPr>
            <p:ph type="sldImg"/>
          </p:nvPr>
        </p:nvSpPr>
        <p:spPr>
          <a:xfrm>
            <a:off x="685800" y="1143000"/>
            <a:ext cx="5485320" cy="3085200"/>
          </a:xfrm>
          <a:prstGeom prst="rect">
            <a:avLst/>
          </a:prstGeom>
          <a:ln w="0">
            <a:noFill/>
          </a:ln>
        </p:spPr>
      </p:sp>
      <p:sp>
        <p:nvSpPr>
          <p:cNvPr id="242" name="PlaceHolder 2"/>
          <p:cNvSpPr>
            <a:spLocks noGrp="1"/>
          </p:cNvSpPr>
          <p:nvPr>
            <p:ph type="body"/>
          </p:nvPr>
        </p:nvSpPr>
        <p:spPr>
          <a:xfrm>
            <a:off x="685800" y="4400640"/>
            <a:ext cx="5485320" cy="3599280"/>
          </a:xfrm>
          <a:prstGeom prst="rect">
            <a:avLst/>
          </a:prstGeom>
          <a:noFill/>
          <a:ln w="0">
            <a:noFill/>
          </a:ln>
        </p:spPr>
        <p:txBody>
          <a:bodyPr lIns="91440" rIns="91440" tIns="45720" bIns="45720" anchor="t">
            <a:noAutofit/>
          </a:bodyPr>
          <a:p>
            <a:pPr indent="0">
              <a:lnSpc>
                <a:spcPct val="100000"/>
              </a:lnSpc>
              <a:buNone/>
              <a:tabLst>
                <a:tab algn="l" pos="0"/>
              </a:tabLst>
            </a:pPr>
            <a:r>
              <a:rPr b="0" lang="en-US" sz="1200" strike="noStrike" u="none">
                <a:solidFill>
                  <a:srgbClr val="000000"/>
                </a:solidFill>
                <a:effectLst/>
                <a:uFillTx/>
                <a:latin typeface="Arial"/>
              </a:rPr>
              <a:t>« Pour sécuriser la qualité de l’API, nous avons écrit cinq tests automatisés avec Pytest et FastAPI TestClient. Ils vérifient que l’API répond, qu’une commande existante est retrouvée, qu’une commande inconnue retourne 404, qu’un limit invalide retourne 422 et que l’agrégation par catégorie fonctionne.</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Les avantages de FastAPI dans notre projet sont la validation automatique, Swagger/OpenAPI, les réponses JSON et la gestion claire des erreurs HTTP. Les limites sont qu’il faut maintenir et tester cette couche API.</a:t>
            </a:r>
            <a:endParaRPr b="0" lang="fr-FR" sz="1200" strike="noStrike" u="none">
              <a:solidFill>
                <a:srgbClr val="000000"/>
              </a:solidFill>
              <a:effectLst/>
              <a:uFillTx/>
              <a:latin typeface="Arial"/>
            </a:endParaRPr>
          </a:p>
          <a:p>
            <a:pPr indent="0">
              <a:lnSpc>
                <a:spcPct val="100000"/>
              </a:lnSpc>
              <a:buNone/>
              <a:tabLst>
                <a:tab algn="l" pos="0"/>
              </a:tabLst>
            </a:pPr>
            <a:endParaRPr b="0" lang="fr-FR" sz="1200" strike="noStrike" u="none">
              <a:solidFill>
                <a:srgbClr val="000000"/>
              </a:solidFill>
              <a:effectLst/>
              <a:uFillTx/>
              <a:latin typeface="Arial"/>
            </a:endParaRPr>
          </a:p>
          <a:p>
            <a:pPr indent="0">
              <a:lnSpc>
                <a:spcPct val="100000"/>
              </a:lnSpc>
              <a:buNone/>
              <a:tabLst>
                <a:tab algn="l" pos="0"/>
              </a:tabLst>
            </a:pPr>
            <a:r>
              <a:rPr b="0" lang="en-US" sz="1200" strike="noStrike" u="none">
                <a:solidFill>
                  <a:srgbClr val="000000"/>
                </a:solidFill>
                <a:effectLst/>
                <a:uFillTx/>
                <a:latin typeface="Arial"/>
              </a:rPr>
              <a:t>Ce que j’ai retenu, c’est que MongoDB structure la donnée, tandis que FastAPI rend cette donnée accessible de manière contrôlée, documentée et utilisable par d’autres applications. »</a:t>
            </a:r>
            <a:endParaRPr b="0" lang="fr-FR" sz="1200" strike="noStrike" u="none">
              <a:solidFill>
                <a:srgbClr val="000000"/>
              </a:solidFill>
              <a:effectLst/>
              <a:uFillTx/>
              <a:latin typeface="Arial"/>
            </a:endParaRPr>
          </a:p>
        </p:txBody>
      </p:sp>
      <p:sp>
        <p:nvSpPr>
          <p:cNvPr id="243" name="PlaceHolder 3"/>
          <p:cNvSpPr>
            <a:spLocks noGrp="1"/>
          </p:cNvSpPr>
          <p:nvPr>
            <p:ph type="sldNum" idx="23"/>
          </p:nvPr>
        </p:nvSpPr>
        <p:spPr>
          <a:xfrm>
            <a:off x="3884760" y="8685360"/>
            <a:ext cx="2970720" cy="457560"/>
          </a:xfrm>
          <a:prstGeom prst="rect">
            <a:avLst/>
          </a:prstGeom>
          <a:noFill/>
          <a:ln w="0">
            <a:noFill/>
          </a:ln>
        </p:spPr>
        <p:txBody>
          <a:bodyPr lIns="91440" rIns="91440" tIns="45720" bIns="45720" anchor="b">
            <a:noAutofit/>
          </a:bodyPr>
          <a:lstStyle>
            <a:lvl1pPr indent="0" algn="r" defTabSz="914400">
              <a:lnSpc>
                <a:spcPct val="100000"/>
              </a:lnSpc>
              <a:buNone/>
              <a:tabLst>
                <a:tab algn="l" pos="0"/>
              </a:tabLst>
              <a:defRPr b="0" lang="en-US" sz="1200" strike="noStrike" u="none">
                <a:solidFill>
                  <a:schemeClr val="dk1"/>
                </a:solidFill>
                <a:effectLst/>
                <a:uFillTx/>
                <a:latin typeface="+mn-lt"/>
                <a:ea typeface="+mn-ea"/>
              </a:defRPr>
            </a:lvl1pPr>
          </a:lstStyle>
          <a:p>
            <a:pPr indent="0" algn="r" defTabSz="914400">
              <a:lnSpc>
                <a:spcPct val="100000"/>
              </a:lnSpc>
              <a:buNone/>
              <a:tabLst>
                <a:tab algn="l" pos="0"/>
              </a:tabLst>
            </a:pPr>
            <a:fld id="{F689E67A-1659-48F9-B305-BCF408C7AD89}" type="slidenum">
              <a:rPr b="0" lang="en-US" sz="1200" strike="noStrike" u="none">
                <a:solidFill>
                  <a:schemeClr val="dk1"/>
                </a:solidFill>
                <a:effectLst/>
                <a:uFillTx/>
                <a:latin typeface="+mn-lt"/>
                <a:ea typeface="+mn-ea"/>
              </a:rPr>
              <a:t>&lt;numéro&gt;</a:t>
            </a:fld>
            <a:endParaRPr b="0" lang="fr-FR" sz="1200" strike="noStrike" u="non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png"/><Relationship Id="rId3" Type="http://schemas.openxmlformats.org/officeDocument/2006/relationships/image" Target="../media/image2.png"/>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8fafc"/>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1360" cy="1144080"/>
          </a:xfrm>
          <a:prstGeom prst="rect">
            <a:avLst/>
          </a:prstGeom>
          <a:noFill/>
          <a:ln w="0">
            <a:noFill/>
          </a:ln>
        </p:spPr>
        <p:txBody>
          <a:bodyPr lIns="0" rIns="0" tIns="0" bIns="0" anchor="ctr">
            <a:noAutofit/>
          </a:bodyPr>
          <a:p>
            <a:pPr indent="0">
              <a:lnSpc>
                <a:spcPct val="100000"/>
              </a:lnSpc>
              <a:buNone/>
              <a:tabLst>
                <a:tab algn="l" pos="0"/>
              </a:tabLst>
            </a:pPr>
            <a:r>
              <a:rPr b="0" lang="fr-FR" sz="1800" strike="noStrike" u="none">
                <a:solidFill>
                  <a:schemeClr val="dk1"/>
                </a:solidFill>
                <a:effectLst/>
                <a:uFillTx/>
                <a:latin typeface="Aptos"/>
              </a:rPr>
              <a:t>Cliquez pour éditer le format du texte-titre</a:t>
            </a:r>
            <a:endParaRPr b="0" lang="fr-FR" sz="1800" strike="noStrike" u="none">
              <a:solidFill>
                <a:srgbClr val="000000"/>
              </a:solidFill>
              <a:effectLst/>
              <a:uFillTx/>
              <a:latin typeface="Arial"/>
            </a:endParaRPr>
          </a:p>
        </p:txBody>
      </p:sp>
      <p:sp>
        <p:nvSpPr>
          <p:cNvPr id="1" name="PlaceHolder 2"/>
          <p:cNvSpPr>
            <a:spLocks noGrp="1"/>
          </p:cNvSpPr>
          <p:nvPr>
            <p:ph type="body"/>
          </p:nvPr>
        </p:nvSpPr>
        <p:spPr>
          <a:xfrm>
            <a:off x="609480" y="1604520"/>
            <a:ext cx="10971360" cy="397656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b="0" lang="fr-FR" sz="3200" strike="noStrike" u="none">
                <a:solidFill>
                  <a:schemeClr val="dk1"/>
                </a:solidFill>
                <a:effectLst/>
                <a:uFillTx/>
                <a:latin typeface="Aptos"/>
              </a:rPr>
              <a:t>Cliquez pour éditer le format du plan de texte</a:t>
            </a:r>
            <a:endParaRPr b="0" lang="fr-FR" sz="3200" strike="noStrike" u="none">
              <a:solidFill>
                <a:srgbClr val="000000"/>
              </a:solidFill>
              <a:effectLst/>
              <a:uFillTx/>
              <a:latin typeface="Arial"/>
            </a:endParaRPr>
          </a:p>
          <a:p>
            <a:pPr lvl="1" marL="864000" indent="-324000">
              <a:lnSpc>
                <a:spcPct val="100000"/>
              </a:lnSpc>
              <a:spcBef>
                <a:spcPts val="1134"/>
              </a:spcBef>
              <a:buClr>
                <a:srgbClr val="000000"/>
              </a:buClr>
              <a:buSzPct val="75000"/>
              <a:buFont typeface="Symbol" charset="2"/>
              <a:buChar char=""/>
            </a:pPr>
            <a:r>
              <a:rPr b="0" lang="fr-FR" sz="2400" strike="noStrike" u="none">
                <a:solidFill>
                  <a:schemeClr val="dk1"/>
                </a:solidFill>
                <a:effectLst/>
                <a:uFillTx/>
                <a:latin typeface="Aptos"/>
              </a:rPr>
              <a:t>Second niveau de plan</a:t>
            </a:r>
            <a:endParaRPr b="0" lang="fr-FR" sz="2400" strike="noStrike" u="none">
              <a:solidFill>
                <a:srgbClr val="000000"/>
              </a:solidFill>
              <a:effectLst/>
              <a:uFillTx/>
              <a:latin typeface="Arial"/>
            </a:endParaRPr>
          </a:p>
          <a:p>
            <a:pPr lvl="2" marL="1296000" indent="-288000">
              <a:lnSpc>
                <a:spcPct val="100000"/>
              </a:lnSpc>
              <a:spcBef>
                <a:spcPts val="850"/>
              </a:spcBef>
              <a:buClr>
                <a:srgbClr val="000000"/>
              </a:buClr>
              <a:buSzPct val="45000"/>
              <a:buFont typeface="Wingdings" charset="2"/>
              <a:buChar char=""/>
            </a:pPr>
            <a:r>
              <a:rPr b="0" lang="fr-FR" sz="2000" strike="noStrike" u="none">
                <a:solidFill>
                  <a:schemeClr val="dk1"/>
                </a:solidFill>
                <a:effectLst/>
                <a:uFillTx/>
                <a:latin typeface="Aptos"/>
              </a:rPr>
              <a:t>Troisième niveau de plan</a:t>
            </a:r>
            <a:endParaRPr b="0" lang="fr-FR" sz="2000" strike="noStrike" u="none">
              <a:solidFill>
                <a:srgbClr val="000000"/>
              </a:solidFill>
              <a:effectLst/>
              <a:uFillTx/>
              <a:latin typeface="Arial"/>
            </a:endParaRPr>
          </a:p>
          <a:p>
            <a:pPr lvl="3" marL="1728000" indent="-216000">
              <a:lnSpc>
                <a:spcPct val="100000"/>
              </a:lnSpc>
              <a:spcBef>
                <a:spcPts val="567"/>
              </a:spcBef>
              <a:buClr>
                <a:srgbClr val="000000"/>
              </a:buClr>
              <a:buSzPct val="75000"/>
              <a:buFont typeface="Symbol" charset="2"/>
              <a:buChar char=""/>
            </a:pPr>
            <a:r>
              <a:rPr b="0" lang="fr-FR" sz="2000" strike="noStrike" u="none">
                <a:solidFill>
                  <a:schemeClr val="dk1"/>
                </a:solidFill>
                <a:effectLst/>
                <a:uFillTx/>
                <a:latin typeface="Aptos"/>
              </a:rPr>
              <a:t>Quatrième niveau de plan</a:t>
            </a:r>
            <a:endParaRPr b="0" lang="fr-FR" sz="2000" strike="noStrike" u="none">
              <a:solidFill>
                <a:srgbClr val="000000"/>
              </a:solidFill>
              <a:effectLst/>
              <a:uFillTx/>
              <a:latin typeface="Arial"/>
            </a:endParaRPr>
          </a:p>
          <a:p>
            <a:pPr lvl="4" marL="2160000" indent="-216000">
              <a:lnSpc>
                <a:spcPct val="100000"/>
              </a:lnSpc>
              <a:spcBef>
                <a:spcPts val="283"/>
              </a:spcBef>
              <a:buClr>
                <a:srgbClr val="000000"/>
              </a:buClr>
              <a:buSzPct val="45000"/>
              <a:buFont typeface="Wingdings" charset="2"/>
              <a:buChar char=""/>
            </a:pPr>
            <a:r>
              <a:rPr b="0" lang="fr-FR" sz="2000" strike="noStrike" u="none">
                <a:solidFill>
                  <a:schemeClr val="dk1"/>
                </a:solidFill>
                <a:effectLst/>
                <a:uFillTx/>
                <a:latin typeface="Aptos"/>
              </a:rPr>
              <a:t>Cinquième niveau de plan</a:t>
            </a:r>
            <a:endParaRPr b="0" lang="fr-FR" sz="2000" strike="noStrike" u="none">
              <a:solidFill>
                <a:srgbClr val="000000"/>
              </a:solidFill>
              <a:effectLst/>
              <a:uFillTx/>
              <a:latin typeface="Arial"/>
            </a:endParaRPr>
          </a:p>
          <a:p>
            <a:pPr lvl="5" marL="2592000" indent="-216000">
              <a:lnSpc>
                <a:spcPct val="100000"/>
              </a:lnSpc>
              <a:spcBef>
                <a:spcPts val="283"/>
              </a:spcBef>
              <a:buClr>
                <a:srgbClr val="000000"/>
              </a:buClr>
              <a:buSzPct val="45000"/>
              <a:buFont typeface="Wingdings" charset="2"/>
              <a:buChar char=""/>
            </a:pPr>
            <a:r>
              <a:rPr b="0" lang="fr-FR" sz="2000" strike="noStrike" u="none">
                <a:solidFill>
                  <a:schemeClr val="dk1"/>
                </a:solidFill>
                <a:effectLst/>
                <a:uFillTx/>
                <a:latin typeface="Aptos"/>
              </a:rPr>
              <a:t>Sixième niveau de plan</a:t>
            </a:r>
            <a:endParaRPr b="0" lang="fr-FR" sz="2000" strike="noStrike" u="none">
              <a:solidFill>
                <a:srgbClr val="000000"/>
              </a:solidFill>
              <a:effectLst/>
              <a:uFillTx/>
              <a:latin typeface="Arial"/>
            </a:endParaRPr>
          </a:p>
          <a:p>
            <a:pPr lvl="6" marL="3024000" indent="-216000">
              <a:lnSpc>
                <a:spcPct val="100000"/>
              </a:lnSpc>
              <a:spcBef>
                <a:spcPts val="283"/>
              </a:spcBef>
              <a:buClr>
                <a:srgbClr val="000000"/>
              </a:buClr>
              <a:buSzPct val="45000"/>
              <a:buFont typeface="Wingdings" charset="2"/>
              <a:buChar char=""/>
            </a:pPr>
            <a:r>
              <a:rPr b="0" lang="fr-FR" sz="2000" strike="noStrike" u="none">
                <a:solidFill>
                  <a:schemeClr val="dk1"/>
                </a:solidFill>
                <a:effectLst/>
                <a:uFillTx/>
                <a:latin typeface="Aptos"/>
              </a:rPr>
              <a:t>Septième niveau de plan</a:t>
            </a:r>
            <a:endParaRPr b="0" lang="fr-FR" sz="2000" strike="noStrike" u="non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_">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gradFill rotWithShape="0">
          <a:gsLst>
            <a:gs pos="0">
              <a:srgbClr val="004e6c"/>
            </a:gs>
            <a:gs pos="100000">
              <a:srgbClr val="0b2036"/>
            </a:gs>
          </a:gsLst>
          <a:lin ang="2700000"/>
        </a:gra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837720" y="365040"/>
            <a:ext cx="1051416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000" strike="noStrike" u="none">
                <a:solidFill>
                  <a:schemeClr val="lt1">
                    <a:lumMod val="95000"/>
                  </a:schemeClr>
                </a:solidFill>
                <a:effectLst/>
                <a:uFillTx/>
                <a:latin typeface="Arial Black"/>
                <a:ea typeface="SimHei"/>
              </a:rPr>
              <a:t>Click to edit Master title style</a:t>
            </a:r>
            <a:endParaRPr b="0" lang="fr-FR" sz="4000" strike="noStrike" u="none">
              <a:solidFill>
                <a:srgbClr val="ffffff"/>
              </a:solidFill>
              <a:effectLst/>
              <a:uFillTx/>
              <a:latin typeface="Arial"/>
            </a:endParaRPr>
          </a:p>
        </p:txBody>
      </p:sp>
      <p:sp>
        <p:nvSpPr>
          <p:cNvPr id="5" name="PlaceHolder 2"/>
          <p:cNvSpPr>
            <a:spLocks noGrp="1"/>
          </p:cNvSpPr>
          <p:nvPr>
            <p:ph type="body"/>
          </p:nvPr>
        </p:nvSpPr>
        <p:spPr>
          <a:xfrm>
            <a:off x="837720" y="1825560"/>
            <a:ext cx="10514160" cy="4350240"/>
          </a:xfrm>
          <a:prstGeom prst="rect">
            <a:avLst/>
          </a:prstGeom>
          <a:noFill/>
          <a:ln w="0">
            <a:noFill/>
          </a:ln>
        </p:spPr>
        <p:txBody>
          <a:bodyPr lIns="91440" rIns="91440" tIns="45720" bIns="45720" anchor="t">
            <a:noAutofit/>
          </a:bodyPr>
          <a:p>
            <a:pPr marL="228600" indent="-228600" defTabSz="914400">
              <a:lnSpc>
                <a:spcPct val="90000"/>
              </a:lnSpc>
              <a:spcBef>
                <a:spcPts val="998"/>
              </a:spcBef>
              <a:buClr>
                <a:srgbClr val="f2f2f2"/>
              </a:buClr>
              <a:buFont typeface="Arial"/>
              <a:buChar char="•"/>
            </a:pPr>
            <a:r>
              <a:rPr b="0" lang="fr-FR" sz="2400" strike="noStrike" u="none">
                <a:solidFill>
                  <a:schemeClr val="lt1">
                    <a:lumMod val="95000"/>
                  </a:schemeClr>
                </a:solidFill>
                <a:effectLst/>
                <a:uFillTx/>
                <a:latin typeface="Arial"/>
                <a:ea typeface="Microsoft YaHei"/>
              </a:rPr>
              <a:t>Click to edit Master text styles</a:t>
            </a:r>
            <a:endParaRPr b="0" lang="fr-FR" sz="2400" strike="noStrike" u="none">
              <a:solidFill>
                <a:srgbClr val="ffffff"/>
              </a:solidFill>
              <a:effectLst/>
              <a:uFillTx/>
              <a:latin typeface="Arial"/>
            </a:endParaRPr>
          </a:p>
          <a:p>
            <a:pPr lvl="1" marL="685800" indent="-228600" defTabSz="914400">
              <a:lnSpc>
                <a:spcPct val="90000"/>
              </a:lnSpc>
              <a:spcBef>
                <a:spcPts val="499"/>
              </a:spcBef>
              <a:buClr>
                <a:srgbClr val="f2f2f2"/>
              </a:buClr>
              <a:buFont typeface="Arial"/>
              <a:buChar char="•"/>
            </a:pPr>
            <a:r>
              <a:rPr b="0" lang="fr-FR" sz="2000" strike="noStrike" u="none">
                <a:solidFill>
                  <a:schemeClr val="lt1">
                    <a:lumMod val="95000"/>
                  </a:schemeClr>
                </a:solidFill>
                <a:effectLst/>
                <a:uFillTx/>
                <a:latin typeface="Arial"/>
                <a:ea typeface="Microsoft YaHei"/>
              </a:rPr>
              <a:t>Second level</a:t>
            </a:r>
            <a:endParaRPr b="0" lang="fr-FR" sz="2000" strike="noStrike" u="none">
              <a:solidFill>
                <a:srgbClr val="ffffff"/>
              </a:solidFill>
              <a:effectLst/>
              <a:uFillTx/>
              <a:latin typeface="Arial"/>
            </a:endParaRPr>
          </a:p>
          <a:p>
            <a:pPr lvl="2" marL="1143000" indent="-228600" defTabSz="914400">
              <a:lnSpc>
                <a:spcPct val="90000"/>
              </a:lnSpc>
              <a:spcBef>
                <a:spcPts val="499"/>
              </a:spcBef>
              <a:buClr>
                <a:srgbClr val="f2f2f2"/>
              </a:buClr>
              <a:buFont typeface="Arial"/>
              <a:buChar char="•"/>
            </a:pPr>
            <a:r>
              <a:rPr b="0" lang="fr-FR" sz="1800" strike="noStrike" u="none">
                <a:solidFill>
                  <a:schemeClr val="lt1">
                    <a:lumMod val="95000"/>
                  </a:schemeClr>
                </a:solidFill>
                <a:effectLst/>
                <a:uFillTx/>
                <a:latin typeface="Arial"/>
                <a:ea typeface="Microsoft YaHei"/>
              </a:rPr>
              <a:t>Third level</a:t>
            </a:r>
            <a:endParaRPr b="0" lang="fr-FR" sz="1800" strike="noStrike" u="none">
              <a:solidFill>
                <a:srgbClr val="ffffff"/>
              </a:solidFill>
              <a:effectLst/>
              <a:uFillTx/>
              <a:latin typeface="Arial"/>
            </a:endParaRPr>
          </a:p>
          <a:p>
            <a:pPr lvl="3" marL="1600200" indent="-228600" defTabSz="914400">
              <a:lnSpc>
                <a:spcPct val="90000"/>
              </a:lnSpc>
              <a:spcBef>
                <a:spcPts val="499"/>
              </a:spcBef>
              <a:buClr>
                <a:srgbClr val="f2f2f2"/>
              </a:buClr>
              <a:buFont typeface="Arial"/>
              <a:buChar char="•"/>
            </a:pPr>
            <a:r>
              <a:rPr b="0" lang="fr-FR" sz="1600" strike="noStrike" u="none">
                <a:solidFill>
                  <a:schemeClr val="lt1">
                    <a:lumMod val="95000"/>
                  </a:schemeClr>
                </a:solidFill>
                <a:effectLst/>
                <a:uFillTx/>
                <a:latin typeface="Arial"/>
                <a:ea typeface="Microsoft YaHei"/>
              </a:rPr>
              <a:t>Fourth level</a:t>
            </a:r>
            <a:endParaRPr b="0" lang="fr-FR" sz="1600" strike="noStrike" u="none">
              <a:solidFill>
                <a:srgbClr val="ffffff"/>
              </a:solidFill>
              <a:effectLst/>
              <a:uFillTx/>
              <a:latin typeface="Arial"/>
            </a:endParaRPr>
          </a:p>
          <a:p>
            <a:pPr lvl="4" marL="2057400" indent="-228600" defTabSz="914400">
              <a:lnSpc>
                <a:spcPct val="90000"/>
              </a:lnSpc>
              <a:spcBef>
                <a:spcPts val="499"/>
              </a:spcBef>
              <a:buClr>
                <a:srgbClr val="f2f2f2"/>
              </a:buClr>
              <a:buFont typeface="Arial"/>
              <a:buChar char="•"/>
            </a:pPr>
            <a:r>
              <a:rPr b="0" lang="fr-FR" sz="1400" strike="noStrike" u="none">
                <a:solidFill>
                  <a:schemeClr val="lt1">
                    <a:lumMod val="95000"/>
                  </a:schemeClr>
                </a:solidFill>
                <a:effectLst/>
                <a:uFillTx/>
                <a:latin typeface="Arial"/>
                <a:ea typeface="Microsoft YaHei"/>
              </a:rPr>
              <a:t>Fifth level</a:t>
            </a:r>
            <a:endParaRPr b="0" lang="fr-FR" sz="1400" strike="noStrike" u="none">
              <a:solidFill>
                <a:srgbClr val="ffffff"/>
              </a:solidFill>
              <a:effectLst/>
              <a:uFillTx/>
              <a:latin typeface="Arial"/>
            </a:endParaRPr>
          </a:p>
        </p:txBody>
      </p:sp>
      <p:sp>
        <p:nvSpPr>
          <p:cNvPr id="6" name="PlaceHolder 3"/>
          <p:cNvSpPr>
            <a:spLocks noGrp="1"/>
          </p:cNvSpPr>
          <p:nvPr>
            <p:ph type="dt" idx="1"/>
          </p:nvPr>
        </p:nvSpPr>
        <p:spPr>
          <a:xfrm>
            <a:off x="83772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Arial"/>
                <a:ea typeface="Microsoft YaHei"/>
              </a:rPr>
              <a:t> </a:t>
            </a:r>
            <a:endParaRPr b="0" lang="fr-FR" sz="1200" strike="noStrike" u="none">
              <a:solidFill>
                <a:srgbClr val="ffffff"/>
              </a:solidFill>
              <a:effectLst/>
              <a:uFillTx/>
              <a:latin typeface="Times New Roman"/>
            </a:endParaRPr>
          </a:p>
        </p:txBody>
      </p:sp>
      <p:sp>
        <p:nvSpPr>
          <p:cNvPr id="7" name="PlaceHolder 4"/>
          <p:cNvSpPr>
            <a:spLocks noGrp="1"/>
          </p:cNvSpPr>
          <p:nvPr>
            <p:ph type="ftr" idx="2"/>
          </p:nvPr>
        </p:nvSpPr>
        <p:spPr>
          <a:xfrm>
            <a:off x="403812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ffffff"/>
                </a:solidFill>
                <a:effectLst/>
                <a:uFillTx/>
                <a:latin typeface="Times New Roman"/>
              </a:defRPr>
            </a:lvl1pPr>
          </a:lstStyle>
          <a:p>
            <a:pPr indent="0" algn="ctr">
              <a:lnSpc>
                <a:spcPct val="100000"/>
              </a:lnSpc>
              <a:buNone/>
              <a:tabLst>
                <a:tab algn="l" pos="0"/>
              </a:tabLst>
            </a:pPr>
            <a:r>
              <a:rPr b="0" lang="fr-FR" sz="1400" strike="noStrike" u="none">
                <a:solidFill>
                  <a:srgbClr val="ffffff"/>
                </a:solidFill>
                <a:effectLst/>
                <a:uFillTx/>
                <a:latin typeface="Times New Roman"/>
              </a:rPr>
              <a:t> </a:t>
            </a:r>
            <a:endParaRPr b="0" lang="fr-FR" sz="1400" strike="noStrike" u="none">
              <a:solidFill>
                <a:srgbClr val="ffffff"/>
              </a:solidFill>
              <a:effectLst/>
              <a:uFillTx/>
              <a:latin typeface="Times New Roman"/>
            </a:endParaRPr>
          </a:p>
        </p:txBody>
      </p:sp>
      <p:sp>
        <p:nvSpPr>
          <p:cNvPr id="8" name="PlaceHolder 5"/>
          <p:cNvSpPr>
            <a:spLocks noGrp="1"/>
          </p:cNvSpPr>
          <p:nvPr>
            <p:ph type="sldNum" idx="3"/>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algn="r" defTabSz="914400">
              <a:lnSpc>
                <a:spcPct val="100000"/>
              </a:lnSpc>
              <a:buNone/>
              <a:tabLst>
                <a:tab algn="l" pos="0"/>
              </a:tabLst>
            </a:pPr>
            <a:fld id="{8DE4C478-E365-4DCB-A52A-1F1FF9F566DB}" type="slidenum">
              <a:rPr b="0" lang="fr-FR" sz="1200" strike="noStrike" u="none">
                <a:solidFill>
                  <a:schemeClr val="dk1">
                    <a:tint val="75000"/>
                  </a:schemeClr>
                </a:solidFill>
                <a:effectLst/>
                <a:uFillTx/>
                <a:latin typeface="Arial"/>
                <a:ea typeface="Microsoft YaHei"/>
              </a:rPr>
              <a:t>1</a:t>
            </a:fld>
            <a:endParaRPr b="0" lang="fr-FR" sz="1200" strike="noStrike" u="none">
              <a:solidFill>
                <a:srgbClr val="ffffff"/>
              </a:solidFill>
              <a:effectLst/>
              <a:uFillTx/>
              <a:latin typeface="Times New Roman"/>
            </a:endParaRPr>
          </a:p>
        </p:txBody>
      </p:sp>
      <p:sp>
        <p:nvSpPr>
          <p:cNvPr id="9" name=""/>
          <p:cNvSpPr/>
          <p:nvPr/>
        </p:nvSpPr>
        <p:spPr>
          <a:xfrm rot="5400000">
            <a:off x="2667240" y="-2667600"/>
            <a:ext cx="6878520" cy="12169800"/>
          </a:xfrm>
          <a:custGeom>
            <a:avLst/>
            <a:gdLst>
              <a:gd name="textAreaLeft" fmla="*/ 0 w 6878520"/>
              <a:gd name="textAreaRight" fmla="*/ 6879600 w 6878520"/>
              <a:gd name="textAreaTop" fmla="*/ 0 h 12169800"/>
              <a:gd name="textAreaBottom" fmla="*/ 12170880 h 12169800"/>
            </a:gdLst>
            <a:ahLst/>
            <a:cxnLst/>
            <a:rect l="textAreaLeft" t="textAreaTop" r="textAreaRight" b="textAreaBottom"/>
            <a:pathLst>
              <a:path w="43200" h="4320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rotWithShape="0">
            <a:gsLst>
              <a:gs pos="0">
                <a:srgbClr val="083763">
                  <a:alpha val="25000"/>
                </a:srgbClr>
              </a:gs>
              <a:gs pos="19000">
                <a:srgbClr val="004e6c">
                  <a:alpha val="25000"/>
                </a:srgbClr>
              </a:gs>
              <a:gs pos="53000">
                <a:srgbClr val="0076a3">
                  <a:alpha val="25000"/>
                </a:srgbClr>
              </a:gs>
              <a:gs pos="74000">
                <a:srgbClr val="004e6c">
                  <a:alpha val="25000"/>
                </a:srgbClr>
              </a:gs>
              <a:gs pos="96000">
                <a:srgbClr val="071d28">
                  <a:alpha val="25000"/>
                </a:srgbClr>
              </a:gs>
            </a:gsLst>
            <a:lin ang="5394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10" name=""/>
          <p:cNvSpPr/>
          <p:nvPr/>
        </p:nvSpPr>
        <p:spPr>
          <a:xfrm>
            <a:off x="10887480" y="1168560"/>
            <a:ext cx="629280" cy="629280"/>
          </a:xfrm>
          <a:prstGeom prst="ellipse">
            <a:avLst/>
          </a:prstGeom>
          <a:gradFill rotWithShape="0">
            <a:gsLst>
              <a:gs pos="0">
                <a:srgbClr val="0076a3">
                  <a:alpha val="43000"/>
                </a:srgbClr>
              </a:gs>
              <a:gs pos="100000">
                <a:srgbClr val="071d28">
                  <a:alpha val="43000"/>
                </a:srgbClr>
              </a:gs>
            </a:gsLst>
            <a:lin ang="27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gradFill rotWithShape="0">
          <a:gsLst>
            <a:gs pos="0">
              <a:srgbClr val="083763"/>
            </a:gs>
            <a:gs pos="32000">
              <a:srgbClr val="004e6c"/>
            </a:gs>
            <a:gs pos="80000">
              <a:srgbClr val="0b2036"/>
            </a:gs>
            <a:gs pos="100000">
              <a:srgbClr val="0b2036"/>
            </a:gs>
          </a:gsLst>
          <a:lin ang="2700000"/>
        </a:gradFill>
      </p:bgPr>
    </p:bg>
    <p:spTree>
      <p:nvGrpSpPr>
        <p:cNvPr id="1" name=""/>
        <p:cNvGrpSpPr/>
        <p:nvPr/>
      </p:nvGrpSpPr>
      <p:grpSpPr>
        <a:xfrm>
          <a:off x="0" y="0"/>
          <a:ext cx="0" cy="0"/>
          <a:chOff x="0" y="0"/>
          <a:chExt cx="0" cy="0"/>
        </a:xfrm>
      </p:grpSpPr>
      <p:sp>
        <p:nvSpPr>
          <p:cNvPr id="11" name="Shape 1998852806"/>
          <p:cNvSpPr/>
          <p:nvPr/>
        </p:nvSpPr>
        <p:spPr>
          <a:xfrm>
            <a:off x="360" y="0"/>
            <a:ext cx="12196800" cy="6856920"/>
          </a:xfrm>
          <a:custGeom>
            <a:avLst/>
            <a:gdLst>
              <a:gd name="textAreaLeft" fmla="*/ 0 w 12196800"/>
              <a:gd name="textAreaRight" fmla="*/ 12197880 w 12196800"/>
              <a:gd name="textAreaTop" fmla="*/ 0 h 6856920"/>
              <a:gd name="textAreaBottom" fmla="*/ 6858000 h 6856920"/>
            </a:gdLst>
            <a:ahLst/>
            <a:cxnLst/>
            <a:rect l="textAreaLeft" t="textAreaTop" r="textAreaRight" b="textAreaBottom"/>
            <a:pathLst>
              <a:path w="11974958" h="6661194">
                <a:moveTo>
                  <a:pt x="0" y="0"/>
                </a:moveTo>
                <a:cubicBezTo>
                  <a:pt x="0" y="0"/>
                  <a:pt x="11974958" y="0"/>
                  <a:pt x="11974958" y="0"/>
                </a:cubicBezTo>
                <a:cubicBezTo>
                  <a:pt x="11974958" y="0"/>
                  <a:pt x="11974957" y="6468203"/>
                  <a:pt x="11974957" y="6468203"/>
                </a:cubicBezTo>
                <a:cubicBezTo>
                  <a:pt x="11189698" y="6783155"/>
                  <a:pt x="9699108" y="6748947"/>
                  <a:pt x="9038579" y="6092750"/>
                </a:cubicBezTo>
                <a:cubicBezTo>
                  <a:pt x="8056839" y="5118385"/>
                  <a:pt x="8542376" y="4134151"/>
                  <a:pt x="8300730" y="3409738"/>
                </a:cubicBezTo>
                <a:cubicBezTo>
                  <a:pt x="8005759" y="2537759"/>
                  <a:pt x="6937295" y="2580626"/>
                  <a:pt x="5040890" y="2631665"/>
                </a:cubicBezTo>
                <a:cubicBezTo>
                  <a:pt x="2519743" y="2568136"/>
                  <a:pt x="0" y="923943"/>
                  <a:pt x="0" y="0"/>
                </a:cubicBezTo>
                <a:close/>
              </a:path>
            </a:pathLst>
          </a:custGeom>
          <a:gradFill rotWithShape="0">
            <a:gsLst>
              <a:gs pos="0">
                <a:srgbClr val="083763">
                  <a:alpha val="44000"/>
                </a:srgbClr>
              </a:gs>
              <a:gs pos="19000">
                <a:srgbClr val="004e6c">
                  <a:alpha val="44000"/>
                </a:srgbClr>
              </a:gs>
              <a:gs pos="53000">
                <a:srgbClr val="0076a3">
                  <a:alpha val="44000"/>
                </a:srgbClr>
              </a:gs>
              <a:gs pos="74000">
                <a:srgbClr val="004e6c">
                  <a:alpha val="44000"/>
                </a:srgbClr>
              </a:gs>
              <a:gs pos="96000">
                <a:srgbClr val="071d28">
                  <a:alpha val="44000"/>
                </a:srgbClr>
              </a:gs>
            </a:gsLst>
            <a:lin ang="0"/>
          </a:gradFill>
          <a:ln w="127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pic>
        <p:nvPicPr>
          <p:cNvPr id="12" name="" descr=""/>
          <p:cNvPicPr/>
          <p:nvPr/>
        </p:nvPicPr>
        <p:blipFill>
          <a:blip r:embed="rId2">
            <a:alphaModFix amt="49000"/>
          </a:blip>
          <a:stretch/>
        </p:blipFill>
        <p:spPr>
          <a:xfrm>
            <a:off x="3430440" y="0"/>
            <a:ext cx="8913960" cy="6228360"/>
          </a:xfrm>
          <a:prstGeom prst="rect">
            <a:avLst/>
          </a:prstGeom>
          <a:noFill/>
          <a:ln w="0">
            <a:noFill/>
          </a:ln>
        </p:spPr>
      </p:pic>
      <p:sp>
        <p:nvSpPr>
          <p:cNvPr id="13" name=""/>
          <p:cNvSpPr/>
          <p:nvPr/>
        </p:nvSpPr>
        <p:spPr>
          <a:xfrm>
            <a:off x="3668400" y="0"/>
            <a:ext cx="8521920" cy="6162120"/>
          </a:xfrm>
          <a:custGeom>
            <a:avLst/>
            <a:gdLst>
              <a:gd name="textAreaLeft" fmla="*/ 0 w 8521920"/>
              <a:gd name="textAreaRight" fmla="*/ 8523000 w 8521920"/>
              <a:gd name="textAreaTop" fmla="*/ 0 h 6162120"/>
              <a:gd name="textAreaBottom" fmla="*/ 6163200 h 6162120"/>
            </a:gdLst>
            <a:ahLst/>
            <a:cxnLst/>
            <a:rect l="textAreaLeft" t="textAreaTop" r="textAreaRight" b="textAreaBottom"/>
            <a:pathLst>
              <a:path w="8435884" h="6163156">
                <a:moveTo>
                  <a:pt x="0" y="0"/>
                </a:moveTo>
                <a:cubicBezTo>
                  <a:pt x="0" y="0"/>
                  <a:pt x="8435884" y="0"/>
                  <a:pt x="8435884" y="0"/>
                </a:cubicBezTo>
                <a:cubicBezTo>
                  <a:pt x="8435884" y="0"/>
                  <a:pt x="8435883" y="6035582"/>
                  <a:pt x="8435883" y="6035582"/>
                </a:cubicBezTo>
                <a:cubicBezTo>
                  <a:pt x="7833177" y="6290128"/>
                  <a:pt x="6626202" y="6175905"/>
                  <a:pt x="6171088" y="5582954"/>
                </a:cubicBezTo>
                <a:cubicBezTo>
                  <a:pt x="5475110" y="4677144"/>
                  <a:pt x="5607620" y="2913460"/>
                  <a:pt x="5406268" y="2591454"/>
                </a:cubicBezTo>
                <a:cubicBezTo>
                  <a:pt x="5124534" y="1974265"/>
                  <a:pt x="4282317" y="2208670"/>
                  <a:pt x="2937912" y="2256038"/>
                </a:cubicBezTo>
                <a:cubicBezTo>
                  <a:pt x="1150613" y="2196972"/>
                  <a:pt x="0" y="859015"/>
                  <a:pt x="0" y="0"/>
                </a:cubicBezTo>
                <a:close/>
              </a:path>
            </a:pathLst>
          </a:custGeom>
          <a:gradFill rotWithShape="0">
            <a:gsLst>
              <a:gs pos="0">
                <a:srgbClr val="083763">
                  <a:alpha val="66000"/>
                </a:srgbClr>
              </a:gs>
              <a:gs pos="19000">
                <a:srgbClr val="004e6c">
                  <a:alpha val="66000"/>
                </a:srgbClr>
              </a:gs>
              <a:gs pos="53000">
                <a:srgbClr val="0076a3">
                  <a:alpha val="66000"/>
                </a:srgbClr>
              </a:gs>
              <a:gs pos="74000">
                <a:srgbClr val="004e6c">
                  <a:alpha val="66000"/>
                </a:srgbClr>
              </a:gs>
              <a:gs pos="96000">
                <a:srgbClr val="071d28">
                  <a:alpha val="66000"/>
                </a:srgbClr>
              </a:gs>
            </a:gsLst>
            <a:lin ang="0"/>
          </a:gradFill>
          <a:ln w="127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14" name="PlaceHolder 1"/>
          <p:cNvSpPr>
            <a:spLocks noGrp="1"/>
          </p:cNvSpPr>
          <p:nvPr>
            <p:ph type="title"/>
          </p:nvPr>
        </p:nvSpPr>
        <p:spPr>
          <a:xfrm>
            <a:off x="840960" y="3429000"/>
            <a:ext cx="7313760" cy="1493640"/>
          </a:xfrm>
          <a:prstGeom prst="rect">
            <a:avLst/>
          </a:prstGeom>
          <a:noFill/>
          <a:ln w="0">
            <a:noFill/>
          </a:ln>
        </p:spPr>
        <p:txBody>
          <a:bodyPr lIns="91440" rIns="91440" tIns="45720" bIns="45720" anchor="b">
            <a:noAutofit/>
          </a:bodyPr>
          <a:p>
            <a:pPr indent="0" defTabSz="914400">
              <a:lnSpc>
                <a:spcPct val="90000"/>
              </a:lnSpc>
              <a:buNone/>
              <a:tabLst>
                <a:tab algn="l" pos="0"/>
              </a:tabLst>
            </a:pPr>
            <a:r>
              <a:rPr b="0" lang="fr-FR" sz="5000" strike="noStrike" u="none">
                <a:solidFill>
                  <a:schemeClr val="lt1">
                    <a:lumMod val="95000"/>
                  </a:schemeClr>
                </a:solidFill>
                <a:effectLst/>
                <a:uFillTx/>
                <a:latin typeface="Arial Black"/>
                <a:ea typeface="SimHei"/>
              </a:rPr>
              <a:t>Click to edit Master title style</a:t>
            </a:r>
            <a:endParaRPr b="0" lang="fr-FR" sz="5000" strike="noStrike" u="none">
              <a:solidFill>
                <a:srgbClr val="ffffff"/>
              </a:solidFill>
              <a:effectLst/>
              <a:uFillTx/>
              <a:latin typeface="Arial"/>
            </a:endParaRPr>
          </a:p>
        </p:txBody>
      </p:sp>
      <p:sp>
        <p:nvSpPr>
          <p:cNvPr id="15" name="PlaceHolder 2"/>
          <p:cNvSpPr>
            <a:spLocks noGrp="1"/>
          </p:cNvSpPr>
          <p:nvPr>
            <p:ph type="dt" idx="4"/>
          </p:nvPr>
        </p:nvSpPr>
        <p:spPr>
          <a:xfrm>
            <a:off x="83772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Arial"/>
                <a:ea typeface="Microsoft YaHei"/>
              </a:rPr>
              <a:t> </a:t>
            </a:r>
            <a:endParaRPr b="0" lang="fr-FR" sz="1200" strike="noStrike" u="none">
              <a:solidFill>
                <a:srgbClr val="ffffff"/>
              </a:solidFill>
              <a:effectLst/>
              <a:uFillTx/>
              <a:latin typeface="Times New Roman"/>
            </a:endParaRPr>
          </a:p>
        </p:txBody>
      </p:sp>
      <p:sp>
        <p:nvSpPr>
          <p:cNvPr id="16" name="PlaceHolder 3"/>
          <p:cNvSpPr>
            <a:spLocks noGrp="1"/>
          </p:cNvSpPr>
          <p:nvPr>
            <p:ph type="ftr" idx="5"/>
          </p:nvPr>
        </p:nvSpPr>
        <p:spPr>
          <a:xfrm>
            <a:off x="403812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ffffff"/>
                </a:solidFill>
                <a:effectLst/>
                <a:uFillTx/>
                <a:latin typeface="Times New Roman"/>
              </a:defRPr>
            </a:lvl1pPr>
          </a:lstStyle>
          <a:p>
            <a:pPr indent="0" algn="ctr">
              <a:lnSpc>
                <a:spcPct val="100000"/>
              </a:lnSpc>
              <a:buNone/>
              <a:tabLst>
                <a:tab algn="l" pos="0"/>
              </a:tabLst>
            </a:pPr>
            <a:r>
              <a:rPr b="0" lang="fr-FR" sz="1400" strike="noStrike" u="none">
                <a:solidFill>
                  <a:srgbClr val="ffffff"/>
                </a:solidFill>
                <a:effectLst/>
                <a:uFillTx/>
                <a:latin typeface="Times New Roman"/>
              </a:rPr>
              <a:t> </a:t>
            </a:r>
            <a:endParaRPr b="0" lang="fr-FR" sz="1400" strike="noStrike" u="none">
              <a:solidFill>
                <a:srgbClr val="ffffff"/>
              </a:solidFill>
              <a:effectLst/>
              <a:uFillTx/>
              <a:latin typeface="Times New Roman"/>
            </a:endParaRPr>
          </a:p>
        </p:txBody>
      </p:sp>
      <p:sp>
        <p:nvSpPr>
          <p:cNvPr id="17" name="PlaceHolder 4"/>
          <p:cNvSpPr>
            <a:spLocks noGrp="1"/>
          </p:cNvSpPr>
          <p:nvPr>
            <p:ph type="sldNum" idx="6"/>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algn="r" defTabSz="914400">
              <a:lnSpc>
                <a:spcPct val="100000"/>
              </a:lnSpc>
              <a:buNone/>
              <a:tabLst>
                <a:tab algn="l" pos="0"/>
              </a:tabLst>
            </a:pPr>
            <a:fld id="{762108CA-4C17-4600-BF86-76978FF1CD80}" type="slidenum">
              <a:rPr b="0" lang="fr-FR" sz="1200" strike="noStrike" u="none">
                <a:solidFill>
                  <a:schemeClr val="dk1">
                    <a:tint val="75000"/>
                  </a:schemeClr>
                </a:solidFill>
                <a:effectLst/>
                <a:uFillTx/>
                <a:latin typeface="Arial"/>
                <a:ea typeface="Microsoft YaHei"/>
              </a:rPr>
              <a:t>1</a:t>
            </a:fld>
            <a:endParaRPr b="0" lang="fr-FR" sz="1200" strike="noStrike" u="none">
              <a:solidFill>
                <a:srgbClr val="ffffff"/>
              </a:solidFill>
              <a:effectLst/>
              <a:uFillTx/>
              <a:latin typeface="Times New Roman"/>
            </a:endParaRPr>
          </a:p>
        </p:txBody>
      </p:sp>
      <p:sp>
        <p:nvSpPr>
          <p:cNvPr id="18" name=""/>
          <p:cNvSpPr/>
          <p:nvPr/>
        </p:nvSpPr>
        <p:spPr>
          <a:xfrm>
            <a:off x="7370280" y="3546000"/>
            <a:ext cx="629280" cy="629280"/>
          </a:xfrm>
          <a:prstGeom prst="ellipse">
            <a:avLst/>
          </a:prstGeom>
          <a:gradFill rotWithShape="0">
            <a:gsLst>
              <a:gs pos="0">
                <a:srgbClr val="0076a3">
                  <a:alpha val="43000"/>
                </a:srgbClr>
              </a:gs>
              <a:gs pos="100000">
                <a:srgbClr val="071d28">
                  <a:alpha val="43000"/>
                </a:srgbClr>
              </a:gs>
            </a:gsLst>
            <a:lin ang="27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19" name=""/>
          <p:cNvSpPr/>
          <p:nvPr/>
        </p:nvSpPr>
        <p:spPr>
          <a:xfrm rot="8915400">
            <a:off x="6784200" y="2871720"/>
            <a:ext cx="266040" cy="266040"/>
          </a:xfrm>
          <a:prstGeom prst="ellipse">
            <a:avLst/>
          </a:prstGeom>
          <a:gradFill rotWithShape="0">
            <a:gsLst>
              <a:gs pos="0">
                <a:srgbClr val="05686d">
                  <a:alpha val="70000"/>
                </a:srgbClr>
              </a:gs>
              <a:gs pos="61000">
                <a:srgbClr val="083763">
                  <a:alpha val="70000"/>
                </a:srgbClr>
              </a:gs>
            </a:gsLst>
            <a:lin ang="1161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20" name=""/>
          <p:cNvSpPr/>
          <p:nvPr/>
        </p:nvSpPr>
        <p:spPr>
          <a:xfrm rot="8915400">
            <a:off x="985320" y="852840"/>
            <a:ext cx="393840" cy="393840"/>
          </a:xfrm>
          <a:prstGeom prst="ellipse">
            <a:avLst/>
          </a:prstGeom>
          <a:gradFill rotWithShape="0">
            <a:gsLst>
              <a:gs pos="0">
                <a:srgbClr val="0076a3">
                  <a:alpha val="50000"/>
                </a:srgbClr>
              </a:gs>
              <a:gs pos="100000">
                <a:srgbClr val="083763">
                  <a:alpha val="50000"/>
                </a:srgbClr>
              </a:gs>
            </a:gsLst>
            <a:lin ang="1161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pic>
        <p:nvPicPr>
          <p:cNvPr id="21" name="" descr=""/>
          <p:cNvPicPr/>
          <p:nvPr/>
        </p:nvPicPr>
        <p:blipFill>
          <a:blip r:embed="rId3">
            <a:alphaModFix amt="33000"/>
          </a:blip>
          <a:stretch/>
        </p:blipFill>
        <p:spPr>
          <a:xfrm>
            <a:off x="5901120" y="0"/>
            <a:ext cx="6289200" cy="5618520"/>
          </a:xfrm>
          <a:prstGeom prst="rect">
            <a:avLst/>
          </a:prstGeom>
          <a:noFill/>
          <a:ln w="0">
            <a:noFill/>
          </a:ln>
        </p:spPr>
      </p:pic>
      <p:grpSp>
        <p:nvGrpSpPr>
          <p:cNvPr id="22" name=""/>
          <p:cNvGrpSpPr/>
          <p:nvPr/>
        </p:nvGrpSpPr>
        <p:grpSpPr>
          <a:xfrm>
            <a:off x="6436080" y="0"/>
            <a:ext cx="5754600" cy="5184360"/>
            <a:chOff x="6436080" y="0"/>
            <a:chExt cx="5754600" cy="5184360"/>
          </a:xfrm>
        </p:grpSpPr>
        <p:sp>
          <p:nvSpPr>
            <p:cNvPr id="23" name=""/>
            <p:cNvSpPr/>
            <p:nvPr/>
          </p:nvSpPr>
          <p:spPr>
            <a:xfrm>
              <a:off x="6436080" y="0"/>
              <a:ext cx="5754600" cy="5184360"/>
            </a:xfrm>
            <a:custGeom>
              <a:avLst/>
              <a:gdLst>
                <a:gd name="textAreaLeft" fmla="*/ 0 w 5754600"/>
                <a:gd name="textAreaRight" fmla="*/ 5755680 w 5754600"/>
                <a:gd name="textAreaTop" fmla="*/ 0 h 5184360"/>
                <a:gd name="textAreaBottom" fmla="*/ 5185440 h 5184360"/>
              </a:gdLst>
              <a:ahLst/>
              <a:cxnLst/>
              <a:rect l="textAreaLeft" t="textAreaTop" r="textAreaRight" b="textAreaBottom"/>
              <a:pathLst>
                <a:path w="5755564" h="5185486">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rotWithShape="0">
              <a:gsLst>
                <a:gs pos="4000">
                  <a:srgbClr val="0076a3"/>
                </a:gs>
                <a:gs pos="44000">
                  <a:srgbClr val="004e6c"/>
                </a:gs>
                <a:gs pos="96000">
                  <a:srgbClr val="071d28"/>
                </a:gs>
              </a:gsLst>
              <a:lin ang="10200000"/>
            </a:gradFill>
            <a:ln w="127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24" name=""/>
            <p:cNvSpPr/>
            <p:nvPr/>
          </p:nvSpPr>
          <p:spPr>
            <a:xfrm>
              <a:off x="6436080" y="0"/>
              <a:ext cx="5754600" cy="5184360"/>
            </a:xfrm>
            <a:custGeom>
              <a:avLst/>
              <a:gdLst>
                <a:gd name="textAreaLeft" fmla="*/ 0 w 5754600"/>
                <a:gd name="textAreaRight" fmla="*/ 5755680 w 5754600"/>
                <a:gd name="textAreaTop" fmla="*/ 0 h 5184360"/>
                <a:gd name="textAreaBottom" fmla="*/ 5185440 h 5184360"/>
              </a:gdLst>
              <a:ahLst/>
              <a:cxnLst/>
              <a:rect l="textAreaLeft" t="textAreaTop" r="textAreaRight" b="textAreaBottom"/>
              <a:pathLst>
                <a:path w="5755564" h="5185486">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rotWithShape="0">
              <a:gsLst>
                <a:gs pos="0">
                  <a:srgbClr val="8adfff">
                    <a:alpha val="66000"/>
                  </a:srgbClr>
                </a:gs>
                <a:gs pos="66000">
                  <a:srgbClr val="004e6c">
                    <a:alpha val="66000"/>
                  </a:srgbClr>
                </a:gs>
                <a:gs pos="96000">
                  <a:srgbClr val="071d28">
                    <a:alpha val="66000"/>
                  </a:srgbClr>
                </a:gs>
              </a:gsLst>
              <a:lin ang="15000000"/>
            </a:gradFill>
            <a:ln w="12700">
              <a:noFill/>
            </a:ln>
          </p:spPr>
          <p:style>
            <a:lnRef idx="0"/>
            <a:fillRef idx="0"/>
            <a:effectRef idx="0"/>
            <a:fontRef idx="minor"/>
          </p:style>
          <p:txBody>
            <a:bodyPr lIns="90000" rIns="90000" tIns="45000" bIns="45000" anchor="ctr">
              <a:noAutofit/>
            </a:bodyPr>
            <a:p>
              <a:pPr>
                <a:lnSpc>
                  <a:spcPct val="100000"/>
                </a:lnSpc>
              </a:pPr>
              <a:endParaRPr b="0" lang="fr-FR" sz="1800" strike="noStrike" u="none">
                <a:solidFill>
                  <a:schemeClr val="dk1"/>
                </a:solidFill>
                <a:effectLst/>
                <a:uFillTx/>
                <a:latin typeface="Arial"/>
                <a:ea typeface="Microsoft YaHei"/>
              </a:endParaRPr>
            </a:p>
          </p:txBody>
        </p:sp>
        <p:sp>
          <p:nvSpPr>
            <p:cNvPr id="25" name=""/>
            <p:cNvSpPr/>
            <p:nvPr/>
          </p:nvSpPr>
          <p:spPr>
            <a:xfrm>
              <a:off x="6436080" y="0"/>
              <a:ext cx="5754600" cy="5184360"/>
            </a:xfrm>
            <a:custGeom>
              <a:avLst/>
              <a:gdLst>
                <a:gd name="textAreaLeft" fmla="*/ 0 w 5754600"/>
                <a:gd name="textAreaRight" fmla="*/ 5755680 w 5754600"/>
                <a:gd name="textAreaTop" fmla="*/ 0 h 5184360"/>
                <a:gd name="textAreaBottom" fmla="*/ 5185440 h 5184360"/>
              </a:gdLst>
              <a:ahLst/>
              <a:cxnLst/>
              <a:rect l="textAreaLeft" t="textAreaTop" r="textAreaRight" b="textAreaBottom"/>
              <a:pathLst>
                <a:path w="5755564" h="5185486">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rotWithShape="0">
              <a:gsLst>
                <a:gs pos="0">
                  <a:srgbClr val="8adfff">
                    <a:alpha val="66000"/>
                  </a:srgbClr>
                </a:gs>
                <a:gs pos="66000">
                  <a:srgbClr val="004e6c">
                    <a:alpha val="66000"/>
                  </a:srgbClr>
                </a:gs>
                <a:gs pos="96000">
                  <a:srgbClr val="071d28">
                    <a:alpha val="66000"/>
                  </a:srgbClr>
                </a:gs>
              </a:gsLst>
              <a:lin ang="2700000"/>
            </a:gradFill>
            <a:ln w="12700">
              <a:noFill/>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26" name=""/>
            <p:cNvSpPr/>
            <p:nvPr/>
          </p:nvSpPr>
          <p:spPr>
            <a:xfrm>
              <a:off x="6436080" y="0"/>
              <a:ext cx="5754600" cy="5184360"/>
            </a:xfrm>
            <a:custGeom>
              <a:avLst/>
              <a:gdLst>
                <a:gd name="textAreaLeft" fmla="*/ 0 w 5754600"/>
                <a:gd name="textAreaRight" fmla="*/ 5755680 w 5754600"/>
                <a:gd name="textAreaTop" fmla="*/ 0 h 5184360"/>
                <a:gd name="textAreaBottom" fmla="*/ 5185440 h 5184360"/>
              </a:gdLst>
              <a:ahLst/>
              <a:cxnLst/>
              <a:rect l="textAreaLeft" t="textAreaTop" r="textAreaRight" b="textAreaBottom"/>
              <a:pathLst>
                <a:path w="5755564" h="5185486">
                  <a:moveTo>
                    <a:pt x="5755563" y="5142402"/>
                  </a:moveTo>
                  <a:cubicBezTo>
                    <a:pt x="5260505" y="5264686"/>
                    <a:pt x="4541731" y="5124870"/>
                    <a:pt x="4150620" y="4745800"/>
                  </a:cubicBezTo>
                  <a:cubicBezTo>
                    <a:pt x="3487994" y="4083358"/>
                    <a:pt x="3545983" y="2022265"/>
                    <a:pt x="3264249" y="1687558"/>
                  </a:cubicBezTo>
                  <a:cubicBezTo>
                    <a:pt x="2904480" y="1289603"/>
                    <a:pt x="2277239" y="1423438"/>
                    <a:pt x="1339741" y="1463196"/>
                  </a:cubicBezTo>
                  <a:cubicBezTo>
                    <a:pt x="176799" y="1482931"/>
                    <a:pt x="12525" y="699848"/>
                    <a:pt x="0" y="0"/>
                  </a:cubicBezTo>
                  <a:cubicBezTo>
                    <a:pt x="0" y="0"/>
                    <a:pt x="5755564" y="0"/>
                    <a:pt x="5755564" y="0"/>
                  </a:cubicBezTo>
                  <a:cubicBezTo>
                    <a:pt x="5755564" y="0"/>
                    <a:pt x="5755563" y="5142402"/>
                    <a:pt x="5755563" y="5142402"/>
                  </a:cubicBezTo>
                  <a:close/>
                </a:path>
              </a:pathLst>
            </a:custGeom>
            <a:gradFill rotWithShape="0">
              <a:gsLst>
                <a:gs pos="12000">
                  <a:srgbClr val="8adfff">
                    <a:alpha val="42000"/>
                  </a:srgbClr>
                </a:gs>
                <a:gs pos="82000">
                  <a:srgbClr val="004e6c">
                    <a:alpha val="42000"/>
                  </a:srgbClr>
                </a:gs>
                <a:gs pos="96000">
                  <a:srgbClr val="071d28">
                    <a:alpha val="42000"/>
                  </a:srgbClr>
                </a:gs>
              </a:gsLst>
              <a:lin ang="17700000"/>
            </a:gradFill>
            <a:ln w="12700">
              <a:noFill/>
            </a:ln>
          </p:spPr>
          <p:style>
            <a:lnRef idx="0"/>
            <a:fillRef idx="0"/>
            <a:effectRef idx="0"/>
            <a:fontRef idx="minor"/>
          </p:style>
          <p:txBody>
            <a:bodyPr lIns="90000" rIns="90000" tIns="45000" bIns="45000" anchor="ctr">
              <a:noAutofit/>
            </a:bodyPr>
            <a:p>
              <a:pPr>
                <a:lnSpc>
                  <a:spcPct val="100000"/>
                </a:lnSpc>
              </a:pPr>
              <a:endParaRPr b="0" lang="fr-FR" sz="1800" strike="noStrike" u="none">
                <a:solidFill>
                  <a:schemeClr val="dk1"/>
                </a:solidFill>
                <a:effectLst/>
                <a:uFillTx/>
                <a:latin typeface="Arial"/>
                <a:ea typeface="Microsoft YaHei"/>
              </a:endParaRPr>
            </a:p>
          </p:txBody>
        </p:sp>
      </p:grpSp>
      <p:sp>
        <p:nvSpPr>
          <p:cNvPr id="27" name="PlaceHolder 5"/>
          <p:cNvSpPr>
            <a:spLocks noGrp="1"/>
          </p:cNvSpPr>
          <p:nvPr>
            <p:ph type="body"/>
          </p:nvPr>
        </p:nvSpPr>
        <p:spPr>
          <a:xfrm>
            <a:off x="609120" y="1604520"/>
            <a:ext cx="10971360" cy="3976560"/>
          </a:xfrm>
          <a:prstGeom prst="rect">
            <a:avLst/>
          </a:prstGeom>
          <a:noFill/>
          <a:ln w="0">
            <a:noFill/>
          </a:ln>
        </p:spPr>
        <p:txBody>
          <a:bodyPr lIns="0" rIns="0" tIns="0" bIns="0" anchor="t">
            <a:normAutofit/>
          </a:bodyPr>
          <a:p>
            <a:pPr marL="432000" indent="-324000">
              <a:lnSpc>
                <a:spcPct val="90000"/>
              </a:lnSpc>
              <a:spcBef>
                <a:spcPts val="1417"/>
              </a:spcBef>
              <a:buClr>
                <a:srgbClr val="ffffff"/>
              </a:buClr>
              <a:buSzPct val="45000"/>
              <a:buFont typeface="Wingdings" charset="2"/>
              <a:buChar char=""/>
            </a:pPr>
            <a:r>
              <a:rPr b="0" lang="fr-FR" sz="2800" strike="noStrike" u="none">
                <a:solidFill>
                  <a:schemeClr val="dk1"/>
                </a:solidFill>
                <a:effectLst/>
                <a:uFillTx/>
                <a:latin typeface="Arial"/>
              </a:rPr>
              <a:t>Cliquez pour éditer le format du plan de texte</a:t>
            </a:r>
            <a:endParaRPr b="0" lang="fr-FR" sz="2800" strike="noStrike" u="none">
              <a:solidFill>
                <a:srgbClr val="ffffff"/>
              </a:solidFill>
              <a:effectLst/>
              <a:uFillTx/>
              <a:latin typeface="Arial"/>
            </a:endParaRPr>
          </a:p>
          <a:p>
            <a:pPr lvl="1" marL="864000" indent="-324000">
              <a:lnSpc>
                <a:spcPct val="90000"/>
              </a:lnSpc>
              <a:spcBef>
                <a:spcPts val="1134"/>
              </a:spcBef>
              <a:buClr>
                <a:srgbClr val="ffffff"/>
              </a:buClr>
              <a:buSzPct val="75000"/>
              <a:buFont typeface="Symbol" charset="2"/>
              <a:buChar char=""/>
            </a:pPr>
            <a:r>
              <a:rPr b="0" lang="fr-FR" sz="2000" strike="noStrike" u="none">
                <a:solidFill>
                  <a:schemeClr val="dk1"/>
                </a:solidFill>
                <a:effectLst/>
                <a:uFillTx/>
                <a:latin typeface="Arial"/>
              </a:rPr>
              <a:t>Second niveau de plan</a:t>
            </a:r>
            <a:endParaRPr b="0" lang="fr-FR" sz="2000" strike="noStrike" u="none">
              <a:solidFill>
                <a:srgbClr val="ffffff"/>
              </a:solidFill>
              <a:effectLst/>
              <a:uFillTx/>
              <a:latin typeface="Arial"/>
            </a:endParaRPr>
          </a:p>
          <a:p>
            <a:pPr lvl="2" marL="1296000" indent="-288000">
              <a:lnSpc>
                <a:spcPct val="90000"/>
              </a:lnSpc>
              <a:spcBef>
                <a:spcPts val="850"/>
              </a:spcBef>
              <a:buClr>
                <a:srgbClr val="ffffff"/>
              </a:buClr>
              <a:buSzPct val="45000"/>
              <a:buFont typeface="Wingdings" charset="2"/>
              <a:buChar char=""/>
            </a:pPr>
            <a:r>
              <a:rPr b="0" lang="fr-FR" sz="1800" strike="noStrike" u="none">
                <a:solidFill>
                  <a:schemeClr val="dk1"/>
                </a:solidFill>
                <a:effectLst/>
                <a:uFillTx/>
                <a:latin typeface="Arial"/>
              </a:rPr>
              <a:t>Troisième niveau de plan</a:t>
            </a:r>
            <a:endParaRPr b="0" lang="fr-FR" sz="1800" strike="noStrike" u="none">
              <a:solidFill>
                <a:srgbClr val="ffffff"/>
              </a:solidFill>
              <a:effectLst/>
              <a:uFillTx/>
              <a:latin typeface="Arial"/>
            </a:endParaRPr>
          </a:p>
          <a:p>
            <a:pPr lvl="3" marL="1728000" indent="-216000">
              <a:lnSpc>
                <a:spcPct val="90000"/>
              </a:lnSpc>
              <a:spcBef>
                <a:spcPts val="567"/>
              </a:spcBef>
              <a:buClr>
                <a:srgbClr val="ffffff"/>
              </a:buClr>
              <a:buSzPct val="75000"/>
              <a:buFont typeface="Symbol" charset="2"/>
              <a:buChar char=""/>
            </a:pPr>
            <a:r>
              <a:rPr b="0" lang="fr-FR" sz="1800" strike="noStrike" u="none">
                <a:solidFill>
                  <a:schemeClr val="dk1"/>
                </a:solidFill>
                <a:effectLst/>
                <a:uFillTx/>
                <a:latin typeface="Arial"/>
              </a:rPr>
              <a:t>Quatrième niveau de plan</a:t>
            </a:r>
            <a:endParaRPr b="0" lang="fr-FR" sz="1800" strike="noStrike" u="none">
              <a:solidFill>
                <a:srgbClr val="ffffff"/>
              </a:solidFill>
              <a:effectLst/>
              <a:uFillTx/>
              <a:latin typeface="Arial"/>
            </a:endParaRPr>
          </a:p>
          <a:p>
            <a:pPr lvl="4" marL="2160000" indent="-216000">
              <a:lnSpc>
                <a:spcPct val="90000"/>
              </a:lnSpc>
              <a:spcBef>
                <a:spcPts val="283"/>
              </a:spcBef>
              <a:buClr>
                <a:srgbClr val="ffffff"/>
              </a:buClr>
              <a:buSzPct val="45000"/>
              <a:buFont typeface="Wingdings" charset="2"/>
              <a:buChar char=""/>
            </a:pPr>
            <a:r>
              <a:rPr b="0" lang="fr-FR" sz="2000" strike="noStrike" u="none">
                <a:solidFill>
                  <a:schemeClr val="dk1"/>
                </a:solidFill>
                <a:effectLst/>
                <a:uFillTx/>
                <a:latin typeface="Arial"/>
              </a:rPr>
              <a:t>Cinquième niveau de plan</a:t>
            </a:r>
            <a:endParaRPr b="0" lang="fr-FR" sz="2000" strike="noStrike" u="none">
              <a:solidFill>
                <a:srgbClr val="ffffff"/>
              </a:solidFill>
              <a:effectLst/>
              <a:uFillTx/>
              <a:latin typeface="Arial"/>
            </a:endParaRPr>
          </a:p>
          <a:p>
            <a:pPr lvl="5" marL="2592000" indent="-216000">
              <a:lnSpc>
                <a:spcPct val="90000"/>
              </a:lnSpc>
              <a:spcBef>
                <a:spcPts val="283"/>
              </a:spcBef>
              <a:buClr>
                <a:srgbClr val="ffffff"/>
              </a:buClr>
              <a:buSzPct val="45000"/>
              <a:buFont typeface="Wingdings" charset="2"/>
              <a:buChar char=""/>
            </a:pPr>
            <a:r>
              <a:rPr b="0" lang="fr-FR" sz="2000" strike="noStrike" u="none">
                <a:solidFill>
                  <a:schemeClr val="dk1"/>
                </a:solidFill>
                <a:effectLst/>
                <a:uFillTx/>
                <a:latin typeface="Arial"/>
              </a:rPr>
              <a:t>Sixième niveau de plan</a:t>
            </a:r>
            <a:endParaRPr b="0" lang="fr-FR" sz="2000" strike="noStrike" u="none">
              <a:solidFill>
                <a:srgbClr val="ffffff"/>
              </a:solidFill>
              <a:effectLst/>
              <a:uFillTx/>
              <a:latin typeface="Arial"/>
            </a:endParaRPr>
          </a:p>
          <a:p>
            <a:pPr lvl="6" marL="3024000" indent="-216000">
              <a:lnSpc>
                <a:spcPct val="90000"/>
              </a:lnSpc>
              <a:spcBef>
                <a:spcPts val="283"/>
              </a:spcBef>
              <a:buClr>
                <a:srgbClr val="ffffff"/>
              </a:buClr>
              <a:buSzPct val="45000"/>
              <a:buFont typeface="Wingdings" charset="2"/>
              <a:buChar char=""/>
            </a:pPr>
            <a:r>
              <a:rPr b="0" lang="fr-FR" sz="2000" strike="noStrike" u="none">
                <a:solidFill>
                  <a:schemeClr val="dk1"/>
                </a:solidFill>
                <a:effectLst/>
                <a:uFillTx/>
                <a:latin typeface="Arial"/>
              </a:rPr>
              <a:t>Septième niveau de plan</a:t>
            </a:r>
            <a:endParaRPr b="0" lang="fr-FR" sz="2000" strike="noStrike" u="none">
              <a:solidFill>
                <a:srgbClr val="ffffff"/>
              </a:solidFill>
              <a:effectLst/>
              <a:uFillTx/>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_">
    <p:bg>
      <p:bgPr>
        <a:gradFill rotWithShape="0">
          <a:gsLst>
            <a:gs pos="0">
              <a:srgbClr val="004e6c"/>
            </a:gs>
            <a:gs pos="100000">
              <a:srgbClr val="0b2036"/>
            </a:gs>
          </a:gsLst>
          <a:lin ang="2700000"/>
        </a:gradFill>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837720" y="365040"/>
            <a:ext cx="10514160" cy="1324440"/>
          </a:xfrm>
          <a:prstGeom prst="rect">
            <a:avLst/>
          </a:prstGeom>
          <a:noFill/>
          <a:ln w="0">
            <a:noFill/>
          </a:ln>
        </p:spPr>
        <p:txBody>
          <a:bodyPr lIns="91440" rIns="91440" tIns="45720" bIns="45720" anchor="ctr">
            <a:noAutofit/>
          </a:bodyPr>
          <a:p>
            <a:pPr indent="0" defTabSz="914400">
              <a:lnSpc>
                <a:spcPct val="90000"/>
              </a:lnSpc>
              <a:buNone/>
              <a:tabLst>
                <a:tab algn="l" pos="0"/>
              </a:tabLst>
            </a:pPr>
            <a:r>
              <a:rPr b="0" lang="fr-FR" sz="4000" strike="noStrike" u="none">
                <a:solidFill>
                  <a:schemeClr val="lt1">
                    <a:lumMod val="95000"/>
                  </a:schemeClr>
                </a:solidFill>
                <a:effectLst/>
                <a:uFillTx/>
                <a:latin typeface="Arial Black"/>
                <a:ea typeface="SimHei"/>
              </a:rPr>
              <a:t>Click to edit Master title style</a:t>
            </a:r>
            <a:endParaRPr b="0" lang="fr-FR" sz="4000" strike="noStrike" u="none">
              <a:solidFill>
                <a:srgbClr val="ffffff"/>
              </a:solidFill>
              <a:effectLst/>
              <a:uFillTx/>
              <a:latin typeface="Arial"/>
            </a:endParaRPr>
          </a:p>
        </p:txBody>
      </p:sp>
      <p:sp>
        <p:nvSpPr>
          <p:cNvPr id="29" name="PlaceHolder 2"/>
          <p:cNvSpPr>
            <a:spLocks noGrp="1"/>
          </p:cNvSpPr>
          <p:nvPr>
            <p:ph type="body"/>
          </p:nvPr>
        </p:nvSpPr>
        <p:spPr>
          <a:xfrm>
            <a:off x="837720" y="1825560"/>
            <a:ext cx="10514160" cy="4350240"/>
          </a:xfrm>
          <a:prstGeom prst="rect">
            <a:avLst/>
          </a:prstGeom>
          <a:noFill/>
          <a:ln w="0">
            <a:noFill/>
          </a:ln>
        </p:spPr>
        <p:txBody>
          <a:bodyPr lIns="91440" rIns="91440" tIns="45720" bIns="45720" anchor="t">
            <a:noAutofit/>
          </a:bodyPr>
          <a:p>
            <a:pPr marL="228600" indent="-228600" defTabSz="914400">
              <a:lnSpc>
                <a:spcPct val="90000"/>
              </a:lnSpc>
              <a:spcBef>
                <a:spcPts val="998"/>
              </a:spcBef>
              <a:buClr>
                <a:srgbClr val="f2f2f2"/>
              </a:buClr>
              <a:buFont typeface="Arial"/>
              <a:buChar char="•"/>
            </a:pPr>
            <a:r>
              <a:rPr b="0" lang="fr-FR" sz="2400" strike="noStrike" u="none">
                <a:solidFill>
                  <a:schemeClr val="lt1">
                    <a:lumMod val="95000"/>
                  </a:schemeClr>
                </a:solidFill>
                <a:effectLst/>
                <a:uFillTx/>
                <a:latin typeface="Arial"/>
                <a:ea typeface="Microsoft YaHei"/>
              </a:rPr>
              <a:t>Click to edit Master text styles</a:t>
            </a:r>
            <a:endParaRPr b="0" lang="fr-FR" sz="2400" strike="noStrike" u="none">
              <a:solidFill>
                <a:srgbClr val="ffffff"/>
              </a:solidFill>
              <a:effectLst/>
              <a:uFillTx/>
              <a:latin typeface="Arial"/>
            </a:endParaRPr>
          </a:p>
          <a:p>
            <a:pPr lvl="1" marL="685800" indent="-228600" defTabSz="914400">
              <a:lnSpc>
                <a:spcPct val="90000"/>
              </a:lnSpc>
              <a:spcBef>
                <a:spcPts val="499"/>
              </a:spcBef>
              <a:buClr>
                <a:srgbClr val="f2f2f2"/>
              </a:buClr>
              <a:buFont typeface="Arial"/>
              <a:buChar char="•"/>
            </a:pPr>
            <a:r>
              <a:rPr b="0" lang="fr-FR" sz="2000" strike="noStrike" u="none">
                <a:solidFill>
                  <a:schemeClr val="lt1">
                    <a:lumMod val="95000"/>
                  </a:schemeClr>
                </a:solidFill>
                <a:effectLst/>
                <a:uFillTx/>
                <a:latin typeface="Arial"/>
                <a:ea typeface="Microsoft YaHei"/>
              </a:rPr>
              <a:t>Second level</a:t>
            </a:r>
            <a:endParaRPr b="0" lang="fr-FR" sz="2000" strike="noStrike" u="none">
              <a:solidFill>
                <a:srgbClr val="ffffff"/>
              </a:solidFill>
              <a:effectLst/>
              <a:uFillTx/>
              <a:latin typeface="Arial"/>
            </a:endParaRPr>
          </a:p>
          <a:p>
            <a:pPr lvl="2" marL="1143000" indent="-228600" defTabSz="914400">
              <a:lnSpc>
                <a:spcPct val="90000"/>
              </a:lnSpc>
              <a:spcBef>
                <a:spcPts val="499"/>
              </a:spcBef>
              <a:buClr>
                <a:srgbClr val="f2f2f2"/>
              </a:buClr>
              <a:buFont typeface="Arial"/>
              <a:buChar char="•"/>
            </a:pPr>
            <a:r>
              <a:rPr b="0" lang="fr-FR" sz="1800" strike="noStrike" u="none">
                <a:solidFill>
                  <a:schemeClr val="lt1">
                    <a:lumMod val="95000"/>
                  </a:schemeClr>
                </a:solidFill>
                <a:effectLst/>
                <a:uFillTx/>
                <a:latin typeface="Arial"/>
                <a:ea typeface="Microsoft YaHei"/>
              </a:rPr>
              <a:t>Third level</a:t>
            </a:r>
            <a:endParaRPr b="0" lang="fr-FR" sz="1800" strike="noStrike" u="none">
              <a:solidFill>
                <a:srgbClr val="ffffff"/>
              </a:solidFill>
              <a:effectLst/>
              <a:uFillTx/>
              <a:latin typeface="Arial"/>
            </a:endParaRPr>
          </a:p>
          <a:p>
            <a:pPr lvl="3" marL="1600200" indent="-228600" defTabSz="914400">
              <a:lnSpc>
                <a:spcPct val="90000"/>
              </a:lnSpc>
              <a:spcBef>
                <a:spcPts val="499"/>
              </a:spcBef>
              <a:buClr>
                <a:srgbClr val="f2f2f2"/>
              </a:buClr>
              <a:buFont typeface="Arial"/>
              <a:buChar char="•"/>
            </a:pPr>
            <a:r>
              <a:rPr b="0" lang="fr-FR" sz="1600" strike="noStrike" u="none">
                <a:solidFill>
                  <a:schemeClr val="lt1">
                    <a:lumMod val="95000"/>
                  </a:schemeClr>
                </a:solidFill>
                <a:effectLst/>
                <a:uFillTx/>
                <a:latin typeface="Arial"/>
                <a:ea typeface="Microsoft YaHei"/>
              </a:rPr>
              <a:t>Fourth level</a:t>
            </a:r>
            <a:endParaRPr b="0" lang="fr-FR" sz="1600" strike="noStrike" u="none">
              <a:solidFill>
                <a:srgbClr val="ffffff"/>
              </a:solidFill>
              <a:effectLst/>
              <a:uFillTx/>
              <a:latin typeface="Arial"/>
            </a:endParaRPr>
          </a:p>
          <a:p>
            <a:pPr lvl="4" marL="2057400" indent="-228600" defTabSz="914400">
              <a:lnSpc>
                <a:spcPct val="90000"/>
              </a:lnSpc>
              <a:spcBef>
                <a:spcPts val="499"/>
              </a:spcBef>
              <a:buClr>
                <a:srgbClr val="f2f2f2"/>
              </a:buClr>
              <a:buFont typeface="Arial"/>
              <a:buChar char="•"/>
            </a:pPr>
            <a:r>
              <a:rPr b="0" lang="fr-FR" sz="1400" strike="noStrike" u="none">
                <a:solidFill>
                  <a:schemeClr val="lt1">
                    <a:lumMod val="95000"/>
                  </a:schemeClr>
                </a:solidFill>
                <a:effectLst/>
                <a:uFillTx/>
                <a:latin typeface="Arial"/>
                <a:ea typeface="Microsoft YaHei"/>
              </a:rPr>
              <a:t>Fifth level</a:t>
            </a:r>
            <a:endParaRPr b="0" lang="fr-FR" sz="1400" strike="noStrike" u="none">
              <a:solidFill>
                <a:srgbClr val="ffffff"/>
              </a:solidFill>
              <a:effectLst/>
              <a:uFillTx/>
              <a:latin typeface="Arial"/>
            </a:endParaRPr>
          </a:p>
        </p:txBody>
      </p:sp>
      <p:sp>
        <p:nvSpPr>
          <p:cNvPr id="30" name="PlaceHolder 3"/>
          <p:cNvSpPr>
            <a:spLocks noGrp="1"/>
          </p:cNvSpPr>
          <p:nvPr>
            <p:ph type="dt" idx="7"/>
          </p:nvPr>
        </p:nvSpPr>
        <p:spPr>
          <a:xfrm>
            <a:off x="837720" y="6356520"/>
            <a:ext cx="2742120" cy="363960"/>
          </a:xfrm>
          <a:prstGeom prst="rect">
            <a:avLst/>
          </a:prstGeom>
          <a:noFill/>
          <a:ln w="0">
            <a:noFill/>
          </a:ln>
        </p:spPr>
        <p:txBody>
          <a:bodyPr lIns="91440" rIns="91440" tIns="45720" bIns="45720" anchor="ctr">
            <a:noAutofit/>
          </a:bodyPr>
          <a:lstStyle>
            <a:lvl1pPr indent="0"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defTabSz="914400">
              <a:lnSpc>
                <a:spcPct val="100000"/>
              </a:lnSpc>
              <a:buNone/>
              <a:tabLst>
                <a:tab algn="l" pos="0"/>
              </a:tabLst>
            </a:pPr>
            <a:r>
              <a:rPr b="0" lang="fr-FR" sz="1200" strike="noStrike" u="none">
                <a:solidFill>
                  <a:schemeClr val="dk1">
                    <a:tint val="75000"/>
                  </a:schemeClr>
                </a:solidFill>
                <a:effectLst/>
                <a:uFillTx/>
                <a:latin typeface="Arial"/>
                <a:ea typeface="Microsoft YaHei"/>
              </a:rPr>
              <a:t>&lt;date/heure&gt;</a:t>
            </a:r>
            <a:endParaRPr b="0" lang="fr-FR" sz="1200" strike="noStrike" u="none">
              <a:solidFill>
                <a:srgbClr val="ffffff"/>
              </a:solidFill>
              <a:effectLst/>
              <a:uFillTx/>
              <a:latin typeface="Times New Roman"/>
            </a:endParaRPr>
          </a:p>
        </p:txBody>
      </p:sp>
      <p:sp>
        <p:nvSpPr>
          <p:cNvPr id="31" name="PlaceHolder 4"/>
          <p:cNvSpPr>
            <a:spLocks noGrp="1"/>
          </p:cNvSpPr>
          <p:nvPr>
            <p:ph type="ftr" idx="8"/>
          </p:nvPr>
        </p:nvSpPr>
        <p:spPr>
          <a:xfrm>
            <a:off x="4038120" y="6356520"/>
            <a:ext cx="4113720" cy="363960"/>
          </a:xfrm>
          <a:prstGeom prst="rect">
            <a:avLst/>
          </a:prstGeom>
          <a:noFill/>
          <a:ln w="0">
            <a:noFill/>
          </a:ln>
        </p:spPr>
        <p:txBody>
          <a:bodyPr lIns="91440" rIns="91440" tIns="45720" bIns="45720" anchor="ctr">
            <a:noAutofit/>
          </a:bodyPr>
          <a:lstStyle>
            <a:lvl1pPr indent="0" algn="ctr">
              <a:lnSpc>
                <a:spcPct val="100000"/>
              </a:lnSpc>
              <a:buNone/>
              <a:tabLst>
                <a:tab algn="l" pos="0"/>
              </a:tabLst>
              <a:defRPr b="0" lang="fr-FR" sz="1400" strike="noStrike" u="none">
                <a:solidFill>
                  <a:srgbClr val="ffffff"/>
                </a:solidFill>
                <a:effectLst/>
                <a:uFillTx/>
                <a:latin typeface="Times New Roman"/>
              </a:defRPr>
            </a:lvl1pPr>
          </a:lstStyle>
          <a:p>
            <a:pPr indent="0" algn="ctr">
              <a:lnSpc>
                <a:spcPct val="100000"/>
              </a:lnSpc>
              <a:buNone/>
              <a:tabLst>
                <a:tab algn="l" pos="0"/>
              </a:tabLst>
            </a:pPr>
            <a:r>
              <a:rPr b="0" lang="fr-FR" sz="1400" strike="noStrike" u="none">
                <a:solidFill>
                  <a:srgbClr val="ffffff"/>
                </a:solidFill>
                <a:effectLst/>
                <a:uFillTx/>
                <a:latin typeface="Times New Roman"/>
              </a:rPr>
              <a:t>&lt;pied de page&gt;</a:t>
            </a:r>
            <a:endParaRPr b="0" lang="fr-FR" sz="1400" strike="noStrike" u="none">
              <a:solidFill>
                <a:srgbClr val="ffffff"/>
              </a:solidFill>
              <a:effectLst/>
              <a:uFillTx/>
              <a:latin typeface="Times New Roman"/>
            </a:endParaRPr>
          </a:p>
        </p:txBody>
      </p:sp>
      <p:sp>
        <p:nvSpPr>
          <p:cNvPr id="32" name="PlaceHolder 5"/>
          <p:cNvSpPr>
            <a:spLocks noGrp="1"/>
          </p:cNvSpPr>
          <p:nvPr>
            <p:ph type="sldNum" idx="9"/>
          </p:nvPr>
        </p:nvSpPr>
        <p:spPr>
          <a:xfrm>
            <a:off x="8610120" y="6356520"/>
            <a:ext cx="2742120" cy="363960"/>
          </a:xfrm>
          <a:prstGeom prst="rect">
            <a:avLst/>
          </a:prstGeom>
          <a:noFill/>
          <a:ln w="0">
            <a:noFill/>
          </a:ln>
        </p:spPr>
        <p:txBody>
          <a:bodyPr lIns="91440" rIns="91440" tIns="45720" bIns="45720" anchor="ctr">
            <a:noAutofit/>
          </a:bodyPr>
          <a:lstStyle>
            <a:lvl1pPr indent="0" algn="r" defTabSz="914400">
              <a:lnSpc>
                <a:spcPct val="100000"/>
              </a:lnSpc>
              <a:buNone/>
              <a:tabLst>
                <a:tab algn="l" pos="0"/>
              </a:tabLst>
              <a:defRPr b="0" lang="fr-FR" sz="1200" strike="noStrike" u="none">
                <a:solidFill>
                  <a:schemeClr val="dk1">
                    <a:tint val="75000"/>
                  </a:schemeClr>
                </a:solidFill>
                <a:effectLst/>
                <a:uFillTx/>
                <a:latin typeface="Arial"/>
                <a:ea typeface="Microsoft YaHei"/>
              </a:defRPr>
            </a:lvl1pPr>
          </a:lstStyle>
          <a:p>
            <a:pPr indent="0" algn="r" defTabSz="914400">
              <a:lnSpc>
                <a:spcPct val="100000"/>
              </a:lnSpc>
              <a:buNone/>
              <a:tabLst>
                <a:tab algn="l" pos="0"/>
              </a:tabLst>
            </a:pPr>
            <a:fld id="{EFB90339-938A-4792-8882-C4CC4DD49815}" type="slidenum">
              <a:rPr b="0" lang="fr-FR" sz="1200" strike="noStrike" u="none">
                <a:solidFill>
                  <a:schemeClr val="dk1">
                    <a:tint val="75000"/>
                  </a:schemeClr>
                </a:solidFill>
                <a:effectLst/>
                <a:uFillTx/>
                <a:latin typeface="Arial"/>
                <a:ea typeface="Microsoft YaHei"/>
              </a:rPr>
              <a:t>&lt;numéro&gt;</a:t>
            </a:fld>
            <a:endParaRPr b="0" lang="fr-FR" sz="1200" strike="noStrike" u="none">
              <a:solidFill>
                <a:srgbClr val="ffffff"/>
              </a:solidFill>
              <a:effectLst/>
              <a:uFillTx/>
              <a:latin typeface="Times New Roman"/>
            </a:endParaRPr>
          </a:p>
        </p:txBody>
      </p:sp>
      <p:sp>
        <p:nvSpPr>
          <p:cNvPr id="33" name=""/>
          <p:cNvSpPr/>
          <p:nvPr/>
        </p:nvSpPr>
        <p:spPr>
          <a:xfrm rot="5400000">
            <a:off x="2667240" y="-2667600"/>
            <a:ext cx="6878520" cy="12169800"/>
          </a:xfrm>
          <a:custGeom>
            <a:avLst/>
            <a:gdLst>
              <a:gd name="textAreaLeft" fmla="*/ 0 w 6878520"/>
              <a:gd name="textAreaRight" fmla="*/ 6879600 w 6878520"/>
              <a:gd name="textAreaTop" fmla="*/ 0 h 12169800"/>
              <a:gd name="textAreaBottom" fmla="*/ 12170880 h 12169800"/>
            </a:gdLst>
            <a:ahLst/>
            <a:cxnLst/>
            <a:rect l="textAreaLeft" t="textAreaTop" r="textAreaRight" b="textAreaBottom"/>
            <a:pathLst>
              <a:path w="43200" h="43200">
                <a:moveTo>
                  <a:pt x="0" y="0"/>
                </a:moveTo>
                <a:lnTo>
                  <a:pt x="43200" y="0"/>
                </a:lnTo>
                <a:lnTo>
                  <a:pt x="43046" y="43200"/>
                </a:lnTo>
                <a:cubicBezTo>
                  <a:pt x="39677" y="42246"/>
                  <a:pt x="34285" y="34057"/>
                  <a:pt x="32283" y="30754"/>
                </a:cubicBezTo>
                <a:cubicBezTo>
                  <a:pt x="28975" y="25293"/>
                  <a:pt x="30512" y="20870"/>
                  <a:pt x="29644" y="17212"/>
                </a:cubicBezTo>
                <a:cubicBezTo>
                  <a:pt x="28595" y="12807"/>
                  <a:pt x="23020" y="12984"/>
                  <a:pt x="15999" y="12617"/>
                </a:cubicBezTo>
                <a:cubicBezTo>
                  <a:pt x="7418" y="12251"/>
                  <a:pt x="0" y="4662"/>
                  <a:pt x="0" y="0"/>
                </a:cubicBezTo>
                <a:close/>
              </a:path>
            </a:pathLst>
          </a:custGeom>
          <a:gradFill rotWithShape="0">
            <a:gsLst>
              <a:gs pos="0">
                <a:srgbClr val="083763">
                  <a:alpha val="25000"/>
                </a:srgbClr>
              </a:gs>
              <a:gs pos="19000">
                <a:srgbClr val="004e6c">
                  <a:alpha val="25000"/>
                </a:srgbClr>
              </a:gs>
              <a:gs pos="53000">
                <a:srgbClr val="0076a3">
                  <a:alpha val="25000"/>
                </a:srgbClr>
              </a:gs>
              <a:gs pos="74000">
                <a:srgbClr val="004e6c">
                  <a:alpha val="25000"/>
                </a:srgbClr>
              </a:gs>
              <a:gs pos="96000">
                <a:srgbClr val="071d28">
                  <a:alpha val="25000"/>
                </a:srgbClr>
              </a:gs>
            </a:gsLst>
            <a:lin ang="5394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
        <p:nvSpPr>
          <p:cNvPr id="34" name=""/>
          <p:cNvSpPr/>
          <p:nvPr/>
        </p:nvSpPr>
        <p:spPr>
          <a:xfrm>
            <a:off x="10887480" y="1168560"/>
            <a:ext cx="629280" cy="629280"/>
          </a:xfrm>
          <a:prstGeom prst="ellipse">
            <a:avLst/>
          </a:prstGeom>
          <a:gradFill rotWithShape="0">
            <a:gsLst>
              <a:gs pos="0">
                <a:srgbClr val="0076a3">
                  <a:alpha val="43000"/>
                </a:srgbClr>
              </a:gs>
              <a:gs pos="100000">
                <a:srgbClr val="071d28">
                  <a:alpha val="43000"/>
                </a:srgbClr>
              </a:gs>
            </a:gsLst>
            <a:lin ang="2700000"/>
          </a:gradFill>
          <a:ln>
            <a:noFill/>
          </a:ln>
        </p:spPr>
        <p:style>
          <a:lnRef idx="2">
            <a:schemeClr val="accent1">
              <a:shade val="50000"/>
            </a:schemeClr>
          </a:lnRef>
          <a:fillRef idx="1">
            <a:schemeClr val="accent1"/>
          </a:fillRef>
          <a:effectRef idx="0">
            <a:schemeClr val="accent1"/>
          </a:effectRef>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a typeface="Microsoft YaHe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
</Relationships>
</file>

<file path=ppt/slideMasters/_rels/slideMaster4.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4.xml"/><Relationship Id="rId3" Type="http://schemas.openxmlformats.org/officeDocument/2006/relationships/slideLayout" Target="../slideLayouts/slideLayout5.xml"/><Relationship Id="rId4" Type="http://schemas.openxmlformats.org/officeDocument/2006/relationships/slideLayout" Target="../slideLayouts/slideLayout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pPr indent="0" algn="ctr">
              <a:buNone/>
            </a:pPr>
            <a:r>
              <a:rPr b="0" lang="fr-FR" sz="4400" strike="noStrike" u="none">
                <a:solidFill>
                  <a:srgbClr val="000000"/>
                </a:solidFill>
                <a:effectLst/>
                <a:uFillTx/>
                <a:latin typeface="Arial"/>
              </a:rPr>
              <a:t>Cliquez pour éditer le format du texte-titre</a:t>
            </a:r>
            <a:endParaRPr b="0" lang="fr-FR" sz="4400" strike="noStrike" u="none">
              <a:solidFill>
                <a:srgbClr val="000000"/>
              </a:solidFill>
              <a:effectLst/>
              <a:uFillTx/>
              <a:latin typeface="Arial"/>
            </a:endParaRP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fr-FR" sz="3200" strike="noStrike" u="none">
                <a:solidFill>
                  <a:srgbClr val="000000"/>
                </a:solidFill>
                <a:effectLst/>
                <a:uFillTx/>
                <a:latin typeface="Arial"/>
              </a:rPr>
              <a:t>Cliquez pour éditer le format du plan de texte</a:t>
            </a:r>
            <a:endParaRPr b="0" lang="fr-FR" sz="3200" strike="noStrike" u="none">
              <a:solidFill>
                <a:srgbClr val="000000"/>
              </a:solidFill>
              <a:effectLst/>
              <a:uFillTx/>
              <a:latin typeface="Arial"/>
            </a:endParaRPr>
          </a:p>
          <a:p>
            <a:pPr lvl="1" marL="864000" indent="-324000">
              <a:spcBef>
                <a:spcPts val="1134"/>
              </a:spcBef>
              <a:buClr>
                <a:srgbClr val="000000"/>
              </a:buClr>
              <a:buSzPct val="75000"/>
              <a:buFont typeface="Symbol" charset="2"/>
              <a:buChar char=""/>
            </a:pPr>
            <a:r>
              <a:rPr b="0" lang="fr-FR" sz="2800" strike="noStrike" u="none">
                <a:solidFill>
                  <a:srgbClr val="000000"/>
                </a:solidFill>
                <a:effectLst/>
                <a:uFillTx/>
                <a:latin typeface="Arial"/>
              </a:rPr>
              <a:t>Second niveau de plan</a:t>
            </a:r>
            <a:endParaRPr b="0" lang="fr-FR" sz="2800" strike="noStrike" u="none">
              <a:solidFill>
                <a:srgbClr val="000000"/>
              </a:solidFill>
              <a:effectLst/>
              <a:uFillTx/>
              <a:latin typeface="Arial"/>
            </a:endParaRPr>
          </a:p>
          <a:p>
            <a:pPr lvl="2" marL="1296000" indent="-288000">
              <a:spcBef>
                <a:spcPts val="850"/>
              </a:spcBef>
              <a:buClr>
                <a:srgbClr val="000000"/>
              </a:buClr>
              <a:buSzPct val="45000"/>
              <a:buFont typeface="Wingdings" charset="2"/>
              <a:buChar char=""/>
            </a:pPr>
            <a:r>
              <a:rPr b="0" lang="fr-FR" sz="2400" strike="noStrike" u="none">
                <a:solidFill>
                  <a:srgbClr val="000000"/>
                </a:solidFill>
                <a:effectLst/>
                <a:uFillTx/>
                <a:latin typeface="Arial"/>
              </a:rPr>
              <a:t>Troisième niveau de plan</a:t>
            </a:r>
            <a:endParaRPr b="0" lang="fr-FR" sz="2400" strike="noStrike" u="none">
              <a:solidFill>
                <a:srgbClr val="000000"/>
              </a:solidFill>
              <a:effectLst/>
              <a:uFillTx/>
              <a:latin typeface="Arial"/>
            </a:endParaRPr>
          </a:p>
          <a:p>
            <a:pPr lvl="3" marL="1728000" indent="-216000">
              <a:spcBef>
                <a:spcPts val="567"/>
              </a:spcBef>
              <a:buClr>
                <a:srgbClr val="000000"/>
              </a:buClr>
              <a:buSzPct val="75000"/>
              <a:buFont typeface="Symbol" charset="2"/>
              <a:buChar char=""/>
            </a:pPr>
            <a:r>
              <a:rPr b="0" lang="fr-FR" sz="2000" strike="noStrike" u="none">
                <a:solidFill>
                  <a:srgbClr val="000000"/>
                </a:solidFill>
                <a:effectLst/>
                <a:uFillTx/>
                <a:latin typeface="Arial"/>
              </a:rPr>
              <a:t>Quatrième niveau de plan</a:t>
            </a:r>
            <a:endParaRPr b="0" lang="fr-FR" sz="2000" strike="noStrike" u="none">
              <a:solidFill>
                <a:srgbClr val="000000"/>
              </a:solidFill>
              <a:effectLst/>
              <a:uFillTx/>
              <a:latin typeface="Arial"/>
            </a:endParaRPr>
          </a:p>
          <a:p>
            <a:pPr lvl="4" marL="2160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Cinquième niveau de plan</a:t>
            </a:r>
            <a:endParaRPr b="0" lang="fr-FR" sz="2000" strike="noStrike" u="none">
              <a:solidFill>
                <a:srgbClr val="000000"/>
              </a:solidFill>
              <a:effectLst/>
              <a:uFillTx/>
              <a:latin typeface="Arial"/>
            </a:endParaRPr>
          </a:p>
          <a:p>
            <a:pPr lvl="5" marL="2592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Sixième niveau de plan</a:t>
            </a:r>
            <a:endParaRPr b="0" lang="fr-FR" sz="2000" strike="noStrike" u="none">
              <a:solidFill>
                <a:srgbClr val="000000"/>
              </a:solidFill>
              <a:effectLst/>
              <a:uFillTx/>
              <a:latin typeface="Arial"/>
            </a:endParaRPr>
          </a:p>
          <a:p>
            <a:pPr lvl="6" marL="3024000" indent="-216000">
              <a:spcBef>
                <a:spcPts val="283"/>
              </a:spcBef>
              <a:buClr>
                <a:srgbClr val="000000"/>
              </a:buClr>
              <a:buSzPct val="45000"/>
              <a:buFont typeface="Wingdings" charset="2"/>
              <a:buChar char=""/>
            </a:pPr>
            <a:r>
              <a:rPr b="0" lang="fr-FR" sz="2000" strike="noStrike" u="none">
                <a:solidFill>
                  <a:srgbClr val="000000"/>
                </a:solidFill>
                <a:effectLst/>
                <a:uFillTx/>
                <a:latin typeface="Arial"/>
              </a:rPr>
              <a:t>Septième niveau de plan</a:t>
            </a:r>
            <a:endParaRPr b="0" lang="fr-FR" sz="2000" strike="noStrike" u="none">
              <a:solidFill>
                <a:srgbClr val="000000"/>
              </a:solidFill>
              <a:effectLst/>
              <a:uFillTx/>
              <a:latin typeface="Arial"/>
            </a:endParaRPr>
          </a:p>
        </p:txBody>
      </p:sp>
    </p:spTree>
  </p:cSld>
  <p:clrMap bg1="lt1" tx1="dk1" bg2="lt2" tx2="dk2" accent1="accent1" accent2="accent2" accent3="accent3" accent4="accent4" accent5="accent5" accent6="accent6" hlink="hlink" folHlink="folHlink"/>
  <p:sldLayoutIdLst>
    <p:sldLayoutId id="2147483652" r:id="rId2"/>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4" r:id="rId2"/>
    <p:sldLayoutId id="2147483655" r:id="rId3"/>
    <p:sldLayoutId id="2147483656"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slideLayout" Target="../slideLayouts/slideLayout3.xml"/><Relationship Id="rId5"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3.xml"/><Relationship Id="rId3"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3.xml"/><Relationship Id="rId3"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10.png"/><Relationship Id="rId3" Type="http://schemas.openxmlformats.org/officeDocument/2006/relationships/slideLayout" Target="../slideLayouts/slideLayout3.xml"/><Relationship Id="rId4"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1" name="" descr=""/>
          <p:cNvPicPr/>
          <p:nvPr/>
        </p:nvPicPr>
        <p:blipFill>
          <a:blip r:embed="rId1"/>
          <a:stretch/>
        </p:blipFill>
        <p:spPr>
          <a:xfrm>
            <a:off x="6971400" y="2086200"/>
            <a:ext cx="4127760" cy="4099680"/>
          </a:xfrm>
          <a:prstGeom prst="rect">
            <a:avLst/>
          </a:prstGeom>
          <a:noFill/>
          <a:ln w="0">
            <a:noFill/>
          </a:ln>
        </p:spPr>
      </p:pic>
      <p:pic>
        <p:nvPicPr>
          <p:cNvPr id="42" name="" descr=""/>
          <p:cNvPicPr/>
          <p:nvPr/>
        </p:nvPicPr>
        <p:blipFill>
          <a:blip r:embed="rId2"/>
          <a:stretch/>
        </p:blipFill>
        <p:spPr>
          <a:xfrm>
            <a:off x="393840" y="2614320"/>
            <a:ext cx="4987800" cy="1282320"/>
          </a:xfrm>
          <a:prstGeom prst="rect">
            <a:avLst/>
          </a:prstGeom>
          <a:noFill/>
          <a:ln w="0">
            <a:noFill/>
          </a:ln>
        </p:spPr>
      </p:pic>
      <p:sp>
        <p:nvSpPr>
          <p:cNvPr id="43" name=""/>
          <p:cNvSpPr/>
          <p:nvPr/>
        </p:nvSpPr>
        <p:spPr>
          <a:xfrm>
            <a:off x="2159640" y="1996560"/>
            <a:ext cx="1319400" cy="363960"/>
          </a:xfrm>
          <a:prstGeom prst="rect">
            <a:avLst/>
          </a:prstGeom>
          <a:noFill/>
          <a:ln w="0">
            <a:noFill/>
          </a:ln>
        </p:spPr>
        <p:style>
          <a:lnRef idx="0"/>
          <a:fillRef idx="0"/>
          <a:effectRef idx="0"/>
          <a:fontRef idx="minor"/>
        </p:style>
        <p:txBody>
          <a:bodyPr numCol="1" spcCol="0" wrap="none" horzOverflow="overflow" lIns="90000" rIns="90000" tIns="45000" bIns="45000" anchor="t">
            <a:spAutoFit/>
          </a:bodyPr>
          <a:p>
            <a:pPr defTabSz="914400">
              <a:lnSpc>
                <a:spcPct val="100000"/>
              </a:lnSpc>
            </a:pPr>
            <a:r>
              <a:rPr b="0" lang="fr-FR" sz="1800" strike="noStrike" u="none">
                <a:solidFill>
                  <a:schemeClr val="dk1"/>
                </a:solidFill>
                <a:effectLst/>
                <a:uFillTx/>
                <a:latin typeface="Arial"/>
                <a:ea typeface="Microsoft YaHei"/>
              </a:rPr>
              <a:t>Workspace</a:t>
            </a:r>
            <a:endParaRPr b="0" lang="fr-FR" sz="1800" strike="noStrike" u="none">
              <a:solidFill>
                <a:srgbClr val="000000"/>
              </a:solidFill>
              <a:effectLst/>
              <a:uFillTx/>
              <a:latin typeface="Arial"/>
            </a:endParaRPr>
          </a:p>
        </p:txBody>
      </p:sp>
      <p:sp>
        <p:nvSpPr>
          <p:cNvPr id="44" name=""/>
          <p:cNvSpPr/>
          <p:nvPr/>
        </p:nvSpPr>
        <p:spPr>
          <a:xfrm>
            <a:off x="7629840" y="1537200"/>
            <a:ext cx="2973240" cy="36396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0" lang="fr-FR" sz="1800" strike="noStrike" u="none">
                <a:solidFill>
                  <a:schemeClr val="dk1"/>
                </a:solidFill>
                <a:effectLst/>
                <a:uFillTx/>
                <a:latin typeface="Arial"/>
                <a:ea typeface="Microsoft YaHei"/>
              </a:rPr>
              <a:t>Docker-compose.yml</a:t>
            </a:r>
            <a:endParaRPr b="0" lang="fr-FR" sz="1800" strike="noStrike" u="none">
              <a:solidFill>
                <a:srgbClr val="000000"/>
              </a:solidFill>
              <a:effectLst/>
              <a:uFillTx/>
              <a:latin typeface="Arial"/>
            </a:endParaRPr>
          </a:p>
        </p:txBody>
      </p:sp>
      <p:pic>
        <p:nvPicPr>
          <p:cNvPr id="45" name="" descr=""/>
          <p:cNvPicPr/>
          <p:nvPr/>
        </p:nvPicPr>
        <p:blipFill>
          <a:blip r:embed="rId3"/>
          <a:stretch/>
        </p:blipFill>
        <p:spPr>
          <a:xfrm>
            <a:off x="259560" y="4568400"/>
            <a:ext cx="5122080" cy="1617840"/>
          </a:xfrm>
          <a:prstGeom prst="rect">
            <a:avLst/>
          </a:prstGeom>
          <a:noFill/>
          <a:ln w="0">
            <a:noFill/>
          </a:ln>
        </p:spPr>
      </p:pic>
      <p:sp>
        <p:nvSpPr>
          <p:cNvPr id="46" name=""/>
          <p:cNvSpPr/>
          <p:nvPr/>
        </p:nvSpPr>
        <p:spPr>
          <a:xfrm>
            <a:off x="2221200" y="4060080"/>
            <a:ext cx="1196640" cy="363960"/>
          </a:xfrm>
          <a:prstGeom prst="rect">
            <a:avLst/>
          </a:prstGeom>
          <a:noFill/>
          <a:ln w="0">
            <a:noFill/>
          </a:ln>
        </p:spPr>
        <p:style>
          <a:lnRef idx="0"/>
          <a:fillRef idx="0"/>
          <a:effectRef idx="0"/>
          <a:fontRef idx="minor"/>
        </p:style>
        <p:txBody>
          <a:bodyPr numCol="1" spcCol="0" wrap="none" horzOverflow="overflow" lIns="90000" rIns="90000" tIns="45000" bIns="45000" anchor="t">
            <a:spAutoFit/>
          </a:bodyPr>
          <a:p>
            <a:pPr defTabSz="914400">
              <a:lnSpc>
                <a:spcPct val="100000"/>
              </a:lnSpc>
            </a:pPr>
            <a:r>
              <a:rPr b="0" lang="fr-FR" sz="1800" strike="noStrike" u="none">
                <a:solidFill>
                  <a:schemeClr val="dk1"/>
                </a:solidFill>
                <a:effectLst/>
                <a:uFillTx/>
                <a:latin typeface="Arial"/>
                <a:ea typeface="Microsoft YaHei"/>
              </a:rPr>
              <a:t>Dockerfile</a:t>
            </a:r>
            <a:endParaRPr b="0" lang="fr-FR" sz="1800" strike="noStrike" u="none">
              <a:solidFill>
                <a:srgbClr val="000000"/>
              </a:solidFill>
              <a:effectLst/>
              <a:uFillTx/>
              <a:latin typeface="Arial"/>
            </a:endParaRPr>
          </a:p>
        </p:txBody>
      </p:sp>
      <p:sp>
        <p:nvSpPr>
          <p:cNvPr id="47" name="Text 56"/>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700" strike="noStrike" u="none">
                <a:solidFill>
                  <a:srgbClr val="0b1f3a"/>
                </a:solidFill>
                <a:effectLst/>
                <a:uFillTx/>
                <a:latin typeface="Aptos Display"/>
                <a:ea typeface="Aptos Display"/>
              </a:rPr>
              <a:t>Architecture : </a:t>
            </a:r>
            <a:endParaRPr b="0" lang="fr-FR"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8" name="" descr=""/>
          <p:cNvPicPr/>
          <p:nvPr/>
        </p:nvPicPr>
        <p:blipFill>
          <a:blip r:embed="rId1"/>
          <a:stretch/>
        </p:blipFill>
        <p:spPr>
          <a:xfrm>
            <a:off x="1550520" y="1370880"/>
            <a:ext cx="8976600" cy="5149800"/>
          </a:xfrm>
          <a:prstGeom prst="rect">
            <a:avLst/>
          </a:prstGeom>
          <a:noFill/>
          <a:ln w="0">
            <a:noFill/>
          </a:ln>
        </p:spPr>
      </p:pic>
      <p:sp>
        <p:nvSpPr>
          <p:cNvPr id="49" name=""/>
          <p:cNvSpPr/>
          <p:nvPr/>
        </p:nvSpPr>
        <p:spPr>
          <a:xfrm>
            <a:off x="249120" y="3204000"/>
            <a:ext cx="1116360" cy="912600"/>
          </a:xfrm>
          <a:prstGeom prst="rect">
            <a:avLst/>
          </a:prstGeom>
          <a:noFill/>
          <a:ln w="0">
            <a:noFill/>
          </a:ln>
        </p:spPr>
        <p:style>
          <a:lnRef idx="0"/>
          <a:fillRef idx="0"/>
          <a:effectRef idx="0"/>
          <a:fontRef idx="minor"/>
        </p:style>
        <p:txBody>
          <a:bodyPr numCol="1" spcCol="0" horzOverflow="overflow" lIns="90000" rIns="90000" tIns="45000" bIns="45000" anchor="t">
            <a:spAutoFit/>
          </a:bodyPr>
          <a:p>
            <a:pPr defTabSz="914400">
              <a:lnSpc>
                <a:spcPct val="100000"/>
              </a:lnSpc>
            </a:pPr>
            <a:r>
              <a:rPr b="0" lang="fr-FR" sz="1800" strike="noStrike" u="none">
                <a:solidFill>
                  <a:schemeClr val="dk1"/>
                </a:solidFill>
                <a:effectLst/>
                <a:uFillTx/>
                <a:latin typeface="Arial"/>
                <a:ea typeface="Microsoft YaHei"/>
              </a:rPr>
              <a:t>Oops le port est pris !</a:t>
            </a:r>
            <a:endParaRPr b="0" lang="fr-FR" sz="1800" strike="noStrike" u="none">
              <a:solidFill>
                <a:srgbClr val="000000"/>
              </a:solidFill>
              <a:effectLst/>
              <a:uFillTx/>
              <a:latin typeface="Arial"/>
            </a:endParaRPr>
          </a:p>
        </p:txBody>
      </p:sp>
      <p:sp>
        <p:nvSpPr>
          <p:cNvPr id="50" name="Text 57"/>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700" strike="noStrike" u="none">
                <a:solidFill>
                  <a:srgbClr val="0b1f3a"/>
                </a:solidFill>
                <a:effectLst/>
                <a:uFillTx/>
                <a:latin typeface="Aptos Display"/>
                <a:ea typeface="Aptos Display"/>
              </a:rPr>
              <a:t>Lancement des containers</a:t>
            </a:r>
            <a:endParaRPr b="0" lang="fr-FR"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 name="" descr=""/>
          <p:cNvPicPr/>
          <p:nvPr/>
        </p:nvPicPr>
        <p:blipFill>
          <a:blip r:embed="rId1"/>
          <a:stretch/>
        </p:blipFill>
        <p:spPr>
          <a:xfrm>
            <a:off x="1513080" y="1531800"/>
            <a:ext cx="7832160" cy="4341600"/>
          </a:xfrm>
          <a:prstGeom prst="rect">
            <a:avLst/>
          </a:prstGeom>
          <a:noFill/>
          <a:ln w="0">
            <a:noFill/>
          </a:ln>
        </p:spPr>
      </p:pic>
      <p:sp>
        <p:nvSpPr>
          <p:cNvPr id="52" name="Text 58"/>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700" strike="noStrike" u="none">
                <a:solidFill>
                  <a:srgbClr val="0b1f3a"/>
                </a:solidFill>
                <a:effectLst/>
                <a:uFillTx/>
                <a:latin typeface="Aptos Display"/>
                <a:ea typeface="Aptos Display"/>
              </a:rPr>
              <a:t>API REST</a:t>
            </a:r>
            <a:endParaRPr b="0" lang="fr-FR"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3" name="" descr=""/>
          <p:cNvPicPr/>
          <p:nvPr/>
        </p:nvPicPr>
        <p:blipFill>
          <a:blip r:embed="rId1"/>
          <a:stretch/>
        </p:blipFill>
        <p:spPr>
          <a:xfrm>
            <a:off x="582120" y="1848960"/>
            <a:ext cx="10776600" cy="3578400"/>
          </a:xfrm>
          <a:prstGeom prst="rect">
            <a:avLst/>
          </a:prstGeom>
          <a:noFill/>
          <a:ln w="0">
            <a:noFill/>
          </a:ln>
        </p:spPr>
      </p:pic>
      <p:sp>
        <p:nvSpPr>
          <p:cNvPr id="54" name="Text 59"/>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700" strike="noStrike" u="none">
                <a:solidFill>
                  <a:srgbClr val="0b1f3a"/>
                </a:solidFill>
                <a:effectLst/>
                <a:uFillTx/>
                <a:latin typeface="Aptos Display"/>
                <a:ea typeface="Aptos Display"/>
              </a:rPr>
              <a:t>PYTEST</a:t>
            </a:r>
            <a:endParaRPr b="0" lang="fr-FR" sz="27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55" name="Shape 1"/>
          <p:cNvSpPr/>
          <p:nvPr/>
        </p:nvSpPr>
        <p:spPr>
          <a:xfrm>
            <a:off x="0" y="0"/>
            <a:ext cx="12189960" cy="6856560"/>
          </a:xfrm>
          <a:prstGeom prst="rect">
            <a:avLst/>
          </a:prstGeom>
          <a:solidFill>
            <a:srgbClr val="f8fafc"/>
          </a:solidFill>
          <a:ln w="12700">
            <a:solidFill>
              <a:srgbClr val="f8fafc">
                <a:alpha val="0"/>
              </a:srgbClr>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56" name="Text 23"/>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2400" strike="noStrike" u="none">
                <a:solidFill>
                  <a:srgbClr val="1e293b"/>
                </a:solidFill>
                <a:effectLst/>
                <a:uFillTx/>
                <a:latin typeface="Aptos Display"/>
                <a:ea typeface="Aptos Display"/>
              </a:rPr>
              <a:t>1. MongoDB</a:t>
            </a:r>
            <a:endParaRPr b="0" lang="fr-FR" sz="2400" strike="noStrike" u="none">
              <a:solidFill>
                <a:srgbClr val="000000"/>
              </a:solidFill>
              <a:effectLst/>
              <a:uFillTx/>
              <a:latin typeface="Arial"/>
            </a:endParaRPr>
          </a:p>
        </p:txBody>
      </p:sp>
      <p:sp>
        <p:nvSpPr>
          <p:cNvPr id="57" name="Text 38"/>
          <p:cNvSpPr/>
          <p:nvPr/>
        </p:nvSpPr>
        <p:spPr>
          <a:xfrm>
            <a:off x="612360" y="868680"/>
            <a:ext cx="8410680" cy="22716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58" name="Text 43"/>
          <p:cNvSpPr/>
          <p:nvPr/>
        </p:nvSpPr>
        <p:spPr>
          <a:xfrm>
            <a:off x="1259640" y="1137240"/>
            <a:ext cx="9178560" cy="1741680"/>
          </a:xfrm>
          <a:prstGeom prst="rect">
            <a:avLst/>
          </a:prstGeom>
          <a:solidFill>
            <a:srgbClr val="ffffff"/>
          </a:solidFill>
          <a:ln w="12700">
            <a:solidFill>
              <a:srgbClr val="e2e8f0"/>
            </a:solidFill>
            <a:round/>
          </a:ln>
        </p:spPr>
        <p:style>
          <a:lnRef idx="0"/>
          <a:fillRef idx="0"/>
          <a:effectRef idx="0"/>
          <a:fontRef idx="minor"/>
        </p:style>
        <p:txBody>
          <a:bodyPr lIns="1800" rIns="1800" tIns="1800" bIns="1800" anchor="ctr">
            <a:normAutofit/>
          </a:bodyPr>
          <a:p>
            <a:pPr defTabSz="914400">
              <a:lnSpc>
                <a:spcPct val="100000"/>
              </a:lnSpc>
              <a:tabLst>
                <a:tab algn="l" pos="0"/>
              </a:tabLst>
            </a:pPr>
            <a:r>
              <a:rPr b="1" lang="fr-FR" sz="1600" strike="noStrike" u="none">
                <a:solidFill>
                  <a:srgbClr val="1e293b"/>
                </a:solidFill>
                <a:effectLst/>
                <a:uFillTx/>
                <a:latin typeface="Aptos"/>
              </a:rPr>
              <a:t>Description</a:t>
            </a:r>
            <a:endParaRPr b="0" lang="fr-FR" sz="1600" strike="noStrike" u="none">
              <a:solidFill>
                <a:srgbClr val="000000"/>
              </a:solidFill>
              <a:effectLst/>
              <a:uFillTx/>
              <a:latin typeface="Arial"/>
            </a:endParaRPr>
          </a:p>
          <a:p>
            <a:pPr defTabSz="914400">
              <a:lnSpc>
                <a:spcPct val="100000"/>
              </a:lnSpc>
              <a:tabLst>
                <a:tab algn="l" pos="0"/>
              </a:tabLst>
            </a:pP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MongoDB est un système de gestion de base de données orienté documents.</a:t>
            </a:r>
            <a:br>
              <a:rPr sz="1600"/>
            </a:br>
            <a:r>
              <a:rPr b="0" lang="fr-FR" sz="1600" strike="noStrike" u="none">
                <a:solidFill>
                  <a:srgbClr val="1e293b"/>
                </a:solidFill>
                <a:effectLst/>
                <a:uFillTx/>
                <a:latin typeface="Aptos"/>
              </a:rPr>
              <a:t>Un document est similaire à un dictionnaire ou à du JSON, avec des champs nommés et de l’imbrication hiérarchique.</a:t>
            </a: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Un compte mongoDB est divisé en bases de données, contenant des collections, qui eux même contiennent une liste de documents.</a:t>
            </a:r>
            <a:endParaRPr b="0" lang="fr-FR" sz="1600" strike="noStrike" u="none">
              <a:solidFill>
                <a:srgbClr val="000000"/>
              </a:solidFill>
              <a:effectLst/>
              <a:uFillTx/>
              <a:latin typeface="Arial"/>
            </a:endParaRPr>
          </a:p>
        </p:txBody>
      </p:sp>
      <p:sp>
        <p:nvSpPr>
          <p:cNvPr id="59" name="Text 44"/>
          <p:cNvSpPr/>
          <p:nvPr/>
        </p:nvSpPr>
        <p:spPr>
          <a:xfrm>
            <a:off x="1296720" y="2937240"/>
            <a:ext cx="9141480" cy="1741680"/>
          </a:xfrm>
          <a:prstGeom prst="rect">
            <a:avLst/>
          </a:prstGeom>
          <a:solidFill>
            <a:srgbClr val="ecfdf5"/>
          </a:solidFill>
          <a:ln w="12700">
            <a:solidFill>
              <a:srgbClr val="a7f3d0"/>
            </a:solidFill>
            <a:round/>
          </a:ln>
        </p:spPr>
        <p:style>
          <a:lnRef idx="0"/>
          <a:fillRef idx="0"/>
          <a:effectRef idx="0"/>
          <a:fontRef idx="minor"/>
        </p:style>
        <p:txBody>
          <a:bodyPr lIns="1800" rIns="1800" tIns="1800" bIns="1800" anchor="ctr">
            <a:normAutofit/>
          </a:bodyPr>
          <a:p>
            <a:pPr defTabSz="914400">
              <a:lnSpc>
                <a:spcPct val="100000"/>
              </a:lnSpc>
              <a:tabLst>
                <a:tab algn="l" pos="0"/>
              </a:tabLst>
            </a:pPr>
            <a:r>
              <a:rPr b="1" lang="fr-FR" sz="1600" strike="noStrike" u="none">
                <a:solidFill>
                  <a:srgbClr val="1e293b"/>
                </a:solidFill>
                <a:effectLst/>
                <a:uFillTx/>
                <a:latin typeface="Aptos"/>
              </a:rPr>
              <a:t>Avantages</a:t>
            </a:r>
            <a:endParaRPr b="0" lang="fr-FR" sz="1600" strike="noStrike" u="none">
              <a:solidFill>
                <a:srgbClr val="000000"/>
              </a:solidFill>
              <a:effectLst/>
              <a:uFillTx/>
              <a:latin typeface="Arial"/>
            </a:endParaRPr>
          </a:p>
          <a:p>
            <a:pPr defTabSz="914400">
              <a:lnSpc>
                <a:spcPct val="100000"/>
              </a:lnSpc>
              <a:tabLst>
                <a:tab algn="l" pos="0"/>
              </a:tabLst>
            </a:pP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MongoDB est beaucoup plus flexible dans sa structure comparé aux bases relationnelles</a:t>
            </a: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Il n’y a pas de contrainte de type ou de nombre d’éléments dans chaque champs.</a:t>
            </a: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De plus, si une collection est liée à une autre, elle sera typiquement stockée dans un champs à l’intérieur même du document lié.</a:t>
            </a: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rgbClr val="1e293b"/>
                </a:solidFill>
                <a:effectLst/>
                <a:uFillTx/>
                <a:latin typeface="Aptos"/>
              </a:rPr>
              <a:t>Cela permet une lecture très rapide et diminue le recours aux jonctions.</a:t>
            </a:r>
            <a:endParaRPr b="0" lang="fr-FR" sz="1600" strike="noStrike" u="none">
              <a:solidFill>
                <a:srgbClr val="000000"/>
              </a:solidFill>
              <a:effectLst/>
              <a:uFillTx/>
              <a:latin typeface="Arial"/>
            </a:endParaRPr>
          </a:p>
        </p:txBody>
      </p:sp>
      <p:sp>
        <p:nvSpPr>
          <p:cNvPr id="60" name="Text 45"/>
          <p:cNvSpPr/>
          <p:nvPr/>
        </p:nvSpPr>
        <p:spPr>
          <a:xfrm>
            <a:off x="1259640" y="4755240"/>
            <a:ext cx="9178560" cy="1903680"/>
          </a:xfrm>
          <a:prstGeom prst="rect">
            <a:avLst/>
          </a:prstGeom>
          <a:solidFill>
            <a:srgbClr val="fff7ed"/>
          </a:solidFill>
          <a:ln w="12700">
            <a:solidFill>
              <a:srgbClr val="fdba74"/>
            </a:solidFill>
            <a:round/>
          </a:ln>
        </p:spPr>
        <p:style>
          <a:lnRef idx="0"/>
          <a:fillRef idx="0"/>
          <a:effectRef idx="0"/>
          <a:fontRef idx="minor"/>
        </p:style>
        <p:txBody>
          <a:bodyPr lIns="1800" rIns="1800" tIns="1800" bIns="1800" anchor="ctr">
            <a:normAutofit lnSpcReduction="9999"/>
          </a:bodyPr>
          <a:p>
            <a:pPr defTabSz="914400">
              <a:lnSpc>
                <a:spcPct val="100000"/>
              </a:lnSpc>
              <a:tabLst>
                <a:tab algn="l" pos="0"/>
              </a:tabLst>
            </a:pPr>
            <a:r>
              <a:rPr b="1" lang="fr-FR" sz="1600" strike="noStrike" u="none">
                <a:solidFill>
                  <a:srgbClr val="1e293b"/>
                </a:solidFill>
                <a:effectLst/>
                <a:uFillTx/>
                <a:latin typeface="Aptos"/>
              </a:rPr>
              <a:t>Inconvénients</a:t>
            </a:r>
            <a:endParaRPr b="0" lang="fr-FR" sz="1600" strike="noStrike" u="none">
              <a:solidFill>
                <a:srgbClr val="000000"/>
              </a:solidFill>
              <a:effectLst/>
              <a:uFillTx/>
              <a:latin typeface="Arial"/>
            </a:endParaRPr>
          </a:p>
          <a:p>
            <a:pPr defTabSz="914400">
              <a:lnSpc>
                <a:spcPct val="100000"/>
              </a:lnSpc>
              <a:tabLst>
                <a:tab algn="l" pos="0"/>
              </a:tabLst>
            </a:pPr>
            <a:endParaRPr b="0" lang="fr-FR" sz="1600" strike="noStrike" u="none">
              <a:solidFill>
                <a:srgbClr val="000000"/>
              </a:solidFill>
              <a:effectLst/>
              <a:uFillTx/>
              <a:latin typeface="Arial"/>
            </a:endParaRPr>
          </a:p>
          <a:p>
            <a:pPr defTabSz="914400">
              <a:lnSpc>
                <a:spcPct val="100000"/>
              </a:lnSpc>
              <a:tabLst>
                <a:tab algn="l" pos="0"/>
              </a:tabLst>
            </a:pPr>
            <a:r>
              <a:rPr b="0" lang="fr-FR" sz="1600" strike="noStrike" u="none">
                <a:solidFill>
                  <a:schemeClr val="dk1"/>
                </a:solidFill>
                <a:effectLst/>
                <a:uFillTx/>
                <a:latin typeface="Aptos"/>
                <a:ea typeface="Microsoft YaHei"/>
              </a:rPr>
              <a:t>La contrepartie de ce remplacement des jonctions par des imbrications est une forte redondance de données.  Il faut également mettre à jour toutes ces redondances à chaque nouvelle insertion de données.</a:t>
            </a:r>
            <a:br>
              <a:rPr sz="1600"/>
            </a:br>
            <a:r>
              <a:rPr b="0" lang="fr-FR" sz="1600" strike="noStrike" u="none">
                <a:solidFill>
                  <a:schemeClr val="dk1"/>
                </a:solidFill>
                <a:effectLst/>
                <a:uFillTx/>
                <a:latin typeface="Aptos"/>
                <a:ea typeface="Microsoft YaHei"/>
              </a:rPr>
              <a:t>Les index doivent être recalculés à chaque insertion, rendant l’écriture plus lente en cas d’ajout. Les jonctions sont lentes et plus complexe. </a:t>
            </a:r>
            <a:br>
              <a:rPr sz="1600"/>
            </a:br>
            <a:r>
              <a:rPr b="0" lang="fr-FR" sz="1600" strike="noStrike" u="none">
                <a:solidFill>
                  <a:schemeClr val="dk1"/>
                </a:solidFill>
                <a:effectLst/>
                <a:uFillTx/>
                <a:latin typeface="Aptos"/>
                <a:ea typeface="Microsoft YaHei"/>
              </a:rPr>
              <a:t>Et la flexibilité de MongoDB peux mener à des irrégularités et de l’imprévisibilité.</a:t>
            </a:r>
            <a:endParaRPr b="0" lang="fr-FR" sz="1600" strike="noStrike" u="none">
              <a:solidFill>
                <a:srgbClr val="000000"/>
              </a:solidFill>
              <a:effectLst/>
              <a:uFillTx/>
              <a:latin typeface="Arial"/>
            </a:endParaRPr>
          </a:p>
        </p:txBody>
      </p:sp>
      <p:sp>
        <p:nvSpPr>
          <p:cNvPr id="61" name="Text 46"/>
          <p:cNvSpPr/>
          <p:nvPr/>
        </p:nvSpPr>
        <p:spPr>
          <a:xfrm>
            <a:off x="9829440" y="4827960"/>
            <a:ext cx="1370160" cy="31860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62" name="Text 47"/>
          <p:cNvSpPr/>
          <p:nvPr/>
        </p:nvSpPr>
        <p:spPr>
          <a:xfrm>
            <a:off x="11109600" y="6464880"/>
            <a:ext cx="501480" cy="227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fr-FR" sz="950" strike="noStrike" u="none">
                <a:solidFill>
                  <a:srgbClr val="475569"/>
                </a:solidFill>
                <a:effectLst/>
                <a:uFillTx/>
                <a:latin typeface="Aptos"/>
              </a:rPr>
              <a:t>1/10</a:t>
            </a:r>
            <a:endParaRPr b="0" lang="fr-FR" sz="9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63" name="Shape 16"/>
          <p:cNvSpPr/>
          <p:nvPr/>
        </p:nvSpPr>
        <p:spPr>
          <a:xfrm>
            <a:off x="-311040" y="360"/>
            <a:ext cx="12189960" cy="6856560"/>
          </a:xfrm>
          <a:prstGeom prst="rect">
            <a:avLst/>
          </a:prstGeom>
          <a:solidFill>
            <a:srgbClr val="f8fafc"/>
          </a:solidFill>
          <a:ln w="12700">
            <a:solidFill>
              <a:srgbClr val="f8fafc">
                <a:alpha val="0"/>
              </a:srgbClr>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64" name="Text 2"/>
          <p:cNvSpPr/>
          <p:nvPr/>
        </p:nvSpPr>
        <p:spPr>
          <a:xfrm>
            <a:off x="594000" y="411480"/>
            <a:ext cx="8410680" cy="4100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fr-FR" sz="2700" strike="noStrike" u="none">
                <a:solidFill>
                  <a:srgbClr val="0b1f3a"/>
                </a:solidFill>
                <a:effectLst/>
                <a:uFillTx/>
                <a:latin typeface="Aptos Display"/>
                <a:ea typeface="Aptos Display"/>
              </a:rPr>
              <a:t>2. </a:t>
            </a:r>
            <a:r>
              <a:rPr b="1" lang="fr-FR" sz="2400" strike="noStrike" u="none">
                <a:solidFill>
                  <a:srgbClr val="1e293b"/>
                </a:solidFill>
                <a:effectLst/>
                <a:uFillTx/>
                <a:latin typeface="Aptos Display"/>
                <a:ea typeface="Aptos Display"/>
              </a:rPr>
              <a:t>Adaptation</a:t>
            </a:r>
            <a:r>
              <a:rPr b="1" lang="fr-FR" sz="2700" strike="noStrike" u="none">
                <a:solidFill>
                  <a:srgbClr val="0b1f3a"/>
                </a:solidFill>
                <a:effectLst/>
                <a:uFillTx/>
                <a:latin typeface="Aptos Display"/>
                <a:ea typeface="Aptos Display"/>
              </a:rPr>
              <a:t> données à MongoDB</a:t>
            </a:r>
            <a:endParaRPr b="0" lang="fr-FR" sz="2700" strike="noStrike" u="none">
              <a:solidFill>
                <a:srgbClr val="000000"/>
              </a:solidFill>
              <a:effectLst/>
              <a:uFillTx/>
              <a:latin typeface="Arial"/>
            </a:endParaRPr>
          </a:p>
        </p:txBody>
      </p:sp>
      <p:sp>
        <p:nvSpPr>
          <p:cNvPr id="65" name="Text 48"/>
          <p:cNvSpPr/>
          <p:nvPr/>
        </p:nvSpPr>
        <p:spPr>
          <a:xfrm>
            <a:off x="612360" y="868680"/>
            <a:ext cx="8410680" cy="22716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66" name="Text 49"/>
          <p:cNvSpPr/>
          <p:nvPr/>
        </p:nvSpPr>
        <p:spPr>
          <a:xfrm>
            <a:off x="9829440" y="4827960"/>
            <a:ext cx="1370160" cy="31860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67" name="Text 50"/>
          <p:cNvSpPr/>
          <p:nvPr/>
        </p:nvSpPr>
        <p:spPr>
          <a:xfrm>
            <a:off x="11109600" y="6464880"/>
            <a:ext cx="501480" cy="227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fr-FR" sz="950" strike="noStrike" u="none">
                <a:solidFill>
                  <a:srgbClr val="475569"/>
                </a:solidFill>
                <a:effectLst/>
                <a:uFillTx/>
                <a:latin typeface="Aptos"/>
              </a:rPr>
              <a:t>2/3</a:t>
            </a:r>
            <a:endParaRPr b="0" lang="fr-FR" sz="950" strike="noStrike" u="none">
              <a:solidFill>
                <a:srgbClr val="000000"/>
              </a:solidFill>
              <a:effectLst/>
              <a:uFillTx/>
              <a:latin typeface="Arial"/>
            </a:endParaRPr>
          </a:p>
        </p:txBody>
      </p:sp>
      <p:pic>
        <p:nvPicPr>
          <p:cNvPr id="68" name="" descr=""/>
          <p:cNvPicPr/>
          <p:nvPr/>
        </p:nvPicPr>
        <p:blipFill>
          <a:blip r:embed="rId1"/>
          <a:srcRect l="3525" t="0" r="0" b="0"/>
          <a:stretch/>
        </p:blipFill>
        <p:spPr>
          <a:xfrm>
            <a:off x="179640" y="1673640"/>
            <a:ext cx="5398920" cy="4589280"/>
          </a:xfrm>
          <a:prstGeom prst="rect">
            <a:avLst/>
          </a:prstGeom>
          <a:noFill/>
          <a:ln w="0">
            <a:noFill/>
          </a:ln>
        </p:spPr>
      </p:pic>
      <p:pic>
        <p:nvPicPr>
          <p:cNvPr id="69" name="" descr=""/>
          <p:cNvPicPr/>
          <p:nvPr/>
        </p:nvPicPr>
        <p:blipFill>
          <a:blip r:embed="rId2"/>
          <a:stretch/>
        </p:blipFill>
        <p:spPr>
          <a:xfrm>
            <a:off x="6587640" y="1584000"/>
            <a:ext cx="5561280" cy="4678920"/>
          </a:xfrm>
          <a:prstGeom prst="rect">
            <a:avLst/>
          </a:prstGeom>
          <a:noFill/>
          <a:ln w="0">
            <a:noFill/>
          </a:ln>
        </p:spPr>
      </p:pic>
      <p:sp>
        <p:nvSpPr>
          <p:cNvPr id="70" name=""/>
          <p:cNvSpPr/>
          <p:nvPr/>
        </p:nvSpPr>
        <p:spPr>
          <a:xfrm>
            <a:off x="5759640" y="3600000"/>
            <a:ext cx="718920" cy="358920"/>
          </a:xfrm>
          <a:prstGeom prst="rightArrow">
            <a:avLst>
              <a:gd name="adj1" fmla="val 50000"/>
              <a:gd name="adj2" fmla="val 50000"/>
            </a:avLst>
          </a:prstGeom>
          <a:solidFill>
            <a:srgbClr val="000000"/>
          </a:solidFill>
          <a:ln w="0">
            <a:solidFill>
              <a:srgbClr val="000000"/>
            </a:solidFill>
          </a:ln>
        </p:spPr>
        <p:style>
          <a:lnRef idx="0"/>
          <a:fillRef idx="0"/>
          <a:effectRef idx="0"/>
          <a:fontRef idx="minor"/>
        </p:style>
        <p:txBody>
          <a:bodyPr lIns="90000" rIns="90000" tIns="45000" bIns="45000" anchor="ctr">
            <a:noAutofit/>
          </a:bodyPr>
          <a:p>
            <a:pPr>
              <a:lnSpc>
                <a:spcPct val="100000"/>
              </a:lnSpc>
            </a:pPr>
            <a:endParaRPr b="0" lang="fr-FR" sz="1800" strike="noStrike" u="none">
              <a:solidFill>
                <a:srgbClr val="ffffff"/>
              </a:solidFill>
              <a:effectLst/>
              <a:uFillTx/>
              <a:latin typeface="Arial"/>
            </a:endParaRPr>
          </a:p>
        </p:txBody>
      </p:sp>
      <p:sp>
        <p:nvSpPr>
          <p:cNvPr id="71" name=""/>
          <p:cNvSpPr/>
          <p:nvPr/>
        </p:nvSpPr>
        <p:spPr>
          <a:xfrm>
            <a:off x="1624320" y="1064160"/>
            <a:ext cx="24422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1600" strike="noStrike" u="none">
                <a:solidFill>
                  <a:srgbClr val="dc2626"/>
                </a:solidFill>
                <a:effectLst/>
                <a:uFillTx/>
                <a:latin typeface="Aptos"/>
              </a:rPr>
              <a:t>AVANT : 5 tables</a:t>
            </a:r>
            <a:endParaRPr b="0" lang="fr-FR" sz="1600" strike="noStrike" u="none">
              <a:solidFill>
                <a:srgbClr val="000000"/>
              </a:solidFill>
              <a:effectLst/>
              <a:uFillTx/>
              <a:latin typeface="Arial"/>
            </a:endParaRPr>
          </a:p>
        </p:txBody>
      </p:sp>
      <p:sp>
        <p:nvSpPr>
          <p:cNvPr id="72" name="Text 51"/>
          <p:cNvSpPr/>
          <p:nvPr/>
        </p:nvSpPr>
        <p:spPr>
          <a:xfrm>
            <a:off x="7739640" y="1080000"/>
            <a:ext cx="3598920" cy="2728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fr-FR" sz="1600" strike="noStrike" u="none">
                <a:solidFill>
                  <a:srgbClr val="16a34a"/>
                </a:solidFill>
                <a:effectLst/>
                <a:uFillTx/>
                <a:latin typeface="Aptos"/>
              </a:rPr>
              <a:t>APRÈS : 1 collection « orders »</a:t>
            </a:r>
            <a:endParaRPr b="0" lang="fr-FR"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8fafc"/>
        </a:solidFill>
      </p:bgPr>
    </p:bg>
    <p:spTree>
      <p:nvGrpSpPr>
        <p:cNvPr id="1" name=""/>
        <p:cNvGrpSpPr/>
        <p:nvPr/>
      </p:nvGrpSpPr>
      <p:grpSpPr>
        <a:xfrm>
          <a:off x="0" y="0"/>
          <a:ext cx="0" cy="0"/>
          <a:chOff x="0" y="0"/>
          <a:chExt cx="0" cy="0"/>
        </a:xfrm>
      </p:grpSpPr>
      <p:sp>
        <p:nvSpPr>
          <p:cNvPr id="73" name="Shape 20"/>
          <p:cNvSpPr/>
          <p:nvPr/>
        </p:nvSpPr>
        <p:spPr>
          <a:xfrm>
            <a:off x="0" y="0"/>
            <a:ext cx="12189960" cy="6856560"/>
          </a:xfrm>
          <a:prstGeom prst="rect">
            <a:avLst/>
          </a:prstGeom>
          <a:solidFill>
            <a:srgbClr val="f8fafc"/>
          </a:solidFill>
          <a:ln w="12700">
            <a:solidFill>
              <a:srgbClr val="f8fafc">
                <a:alpha val="0"/>
              </a:srgbClr>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74" name="Text 52"/>
          <p:cNvSpPr/>
          <p:nvPr/>
        </p:nvSpPr>
        <p:spPr>
          <a:xfrm>
            <a:off x="594000" y="411480"/>
            <a:ext cx="10564200" cy="410040"/>
          </a:xfrm>
          <a:prstGeom prst="rect">
            <a:avLst/>
          </a:prstGeom>
          <a:noFill/>
          <a:ln w="0">
            <a:noFill/>
          </a:ln>
        </p:spPr>
        <p:style>
          <a:lnRef idx="0"/>
          <a:fillRef idx="0"/>
          <a:effectRef idx="0"/>
          <a:fontRef idx="minor"/>
        </p:style>
        <p:txBody>
          <a:bodyPr lIns="0" rIns="0" tIns="0" bIns="0" anchor="ctr">
            <a:noAutofit/>
          </a:bodyPr>
          <a:p>
            <a:pPr>
              <a:lnSpc>
                <a:spcPct val="100000"/>
              </a:lnSpc>
            </a:pPr>
            <a:r>
              <a:rPr b="1" lang="fr-FR" sz="2400" strike="noStrike" u="none">
                <a:solidFill>
                  <a:srgbClr val="000000"/>
                </a:solidFill>
                <a:effectLst/>
                <a:uFillTx/>
                <a:latin typeface="Aptos Display"/>
              </a:rPr>
              <a:t>3.</a:t>
            </a:r>
            <a:r>
              <a:rPr b="1" lang="fr-FR" sz="2400" strike="noStrike" u="none">
                <a:solidFill>
                  <a:srgbClr val="0b1f3a"/>
                </a:solidFill>
                <a:effectLst/>
                <a:uFillTx/>
                <a:latin typeface="Aptos Display"/>
                <a:ea typeface="Aptos Display"/>
              </a:rPr>
              <a:t> Query </a:t>
            </a:r>
            <a:r>
              <a:rPr b="1" lang="fr-FR" sz="2400" strike="noStrike" u="none">
                <a:solidFill>
                  <a:srgbClr val="000000"/>
                </a:solidFill>
                <a:effectLst/>
                <a:uFillTx/>
                <a:latin typeface="Aptos Display"/>
                <a:ea typeface="Aptos Display"/>
              </a:rPr>
              <a:t>et</a:t>
            </a:r>
            <a:r>
              <a:rPr b="1" lang="fr-FR" sz="2400" strike="noStrike" u="none">
                <a:solidFill>
                  <a:srgbClr val="0b1f3a"/>
                </a:solidFill>
                <a:effectLst/>
                <a:uFillTx/>
                <a:latin typeface="Aptos Display"/>
                <a:ea typeface="Aptos Display"/>
              </a:rPr>
              <a:t> analyse : intégration payments dans orders  </a:t>
            </a:r>
            <a:endParaRPr b="0" lang="fr-FR" sz="2400" strike="noStrike" u="none">
              <a:solidFill>
                <a:srgbClr val="000000"/>
              </a:solidFill>
              <a:effectLst/>
              <a:uFillTx/>
              <a:latin typeface="Arial"/>
            </a:endParaRPr>
          </a:p>
        </p:txBody>
      </p:sp>
      <p:sp>
        <p:nvSpPr>
          <p:cNvPr id="75" name="Text 53"/>
          <p:cNvSpPr/>
          <p:nvPr/>
        </p:nvSpPr>
        <p:spPr>
          <a:xfrm>
            <a:off x="612360" y="868680"/>
            <a:ext cx="8410680" cy="22716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76" name="Text 54"/>
          <p:cNvSpPr/>
          <p:nvPr/>
        </p:nvSpPr>
        <p:spPr>
          <a:xfrm>
            <a:off x="10117440" y="4827960"/>
            <a:ext cx="1370160" cy="318600"/>
          </a:xfrm>
          <a:prstGeom prst="rect">
            <a:avLst/>
          </a:prstGeom>
          <a:noFill/>
          <a:ln w="0">
            <a:noFill/>
          </a:ln>
        </p:spPr>
        <p:style>
          <a:lnRef idx="0"/>
          <a:fillRef idx="0"/>
          <a:effectRef idx="0"/>
          <a:fontRef idx="minor"/>
        </p:style>
        <p:txBody>
          <a:bodyPr lIns="0" rIns="0" tIns="0" bIns="0" anchor="ctr">
            <a:noAutofit/>
          </a:bodyPr>
          <a:p>
            <a:pPr>
              <a:lnSpc>
                <a:spcPct val="100000"/>
              </a:lnSpc>
            </a:pPr>
            <a:endParaRPr b="0" lang="fr-FR" sz="1800" strike="noStrike" u="none">
              <a:solidFill>
                <a:srgbClr val="000000"/>
              </a:solidFill>
              <a:effectLst/>
              <a:uFillTx/>
              <a:latin typeface="Arial"/>
            </a:endParaRPr>
          </a:p>
        </p:txBody>
      </p:sp>
      <p:sp>
        <p:nvSpPr>
          <p:cNvPr id="77" name="Text 55"/>
          <p:cNvSpPr/>
          <p:nvPr/>
        </p:nvSpPr>
        <p:spPr>
          <a:xfrm>
            <a:off x="11109600" y="6464880"/>
            <a:ext cx="501480" cy="227160"/>
          </a:xfrm>
          <a:prstGeom prst="rect">
            <a:avLst/>
          </a:prstGeom>
          <a:noFill/>
          <a:ln w="0">
            <a:noFill/>
          </a:ln>
        </p:spPr>
        <p:style>
          <a:lnRef idx="0"/>
          <a:fillRef idx="0"/>
          <a:effectRef idx="0"/>
          <a:fontRef idx="minor"/>
        </p:style>
        <p:txBody>
          <a:bodyPr lIns="0" rIns="0" tIns="0" bIns="0" anchor="ctr">
            <a:noAutofit/>
          </a:bodyPr>
          <a:p>
            <a:pPr algn="r" defTabSz="914400">
              <a:lnSpc>
                <a:spcPct val="100000"/>
              </a:lnSpc>
              <a:tabLst>
                <a:tab algn="l" pos="0"/>
              </a:tabLst>
            </a:pPr>
            <a:r>
              <a:rPr b="0" lang="fr-FR" sz="950" strike="noStrike" u="none">
                <a:solidFill>
                  <a:srgbClr val="475569"/>
                </a:solidFill>
                <a:effectLst/>
                <a:uFillTx/>
                <a:latin typeface="Aptos"/>
              </a:rPr>
              <a:t>3/3</a:t>
            </a:r>
            <a:endParaRPr b="0" lang="fr-FR" sz="950" strike="noStrike" u="none">
              <a:solidFill>
                <a:srgbClr val="000000"/>
              </a:solidFill>
              <a:effectLst/>
              <a:uFillTx/>
              <a:latin typeface="Arial"/>
            </a:endParaRPr>
          </a:p>
        </p:txBody>
      </p:sp>
      <p:sp>
        <p:nvSpPr>
          <p:cNvPr id="78" name=""/>
          <p:cNvSpPr/>
          <p:nvPr/>
        </p:nvSpPr>
        <p:spPr>
          <a:xfrm>
            <a:off x="467640" y="1980000"/>
            <a:ext cx="4858920" cy="3015720"/>
          </a:xfrm>
          <a:prstGeom prst="rect">
            <a:avLst/>
          </a:prstGeom>
          <a:solidFill>
            <a:srgbClr val="1c1c1c"/>
          </a:solidFill>
          <a:ln w="0">
            <a:noFill/>
          </a:ln>
        </p:spPr>
        <p:style>
          <a:lnRef idx="0"/>
          <a:fillRef idx="0"/>
          <a:effectRef idx="0"/>
          <a:fontRef idx="minor"/>
        </p:style>
        <p:txBody>
          <a:bodyPr lIns="90000" rIns="90000" tIns="45000" bIns="45000" anchor="t">
            <a:spAutoFit/>
          </a:bodyPr>
          <a:p>
            <a:pPr>
              <a:lnSpc>
                <a:spcPct val="100000"/>
              </a:lnSpc>
            </a:pPr>
            <a:r>
              <a:rPr b="0" lang="fr-FR" sz="1200" strike="noStrike" u="none">
                <a:solidFill>
                  <a:srgbClr val="ffffff"/>
                </a:solidFill>
                <a:effectLst/>
                <a:uFillTx/>
                <a:latin typeface="Courier New"/>
              </a:rPr>
              <a:t>pipeline = [</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"$lookup": {</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"from": "payments_temp",</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"localField": "order_id",</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"foreignField": "order_id",</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"pipeline": [{"$project": {"_id": 0}}],</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"as": "payments",</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{"$unwind": "$payments"},</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{"$set": {"_id": "$$REMOVE"}},</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{"$out": "orders"},</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a:t>
            </a:r>
            <a:endParaRPr b="0" lang="fr-FR" sz="1200" strike="noStrike" u="none">
              <a:solidFill>
                <a:srgbClr val="ffffff"/>
              </a:solidFill>
              <a:effectLst/>
              <a:uFillTx/>
              <a:latin typeface="Arial"/>
            </a:endParaRPr>
          </a:p>
          <a:p>
            <a:pPr>
              <a:lnSpc>
                <a:spcPct val="100000"/>
              </a:lnSpc>
            </a:pP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orders_col.aggregate(pipeline) </a:t>
            </a:r>
            <a:endParaRPr b="0" lang="fr-FR" sz="1200" strike="noStrike" u="none">
              <a:solidFill>
                <a:srgbClr val="ffffff"/>
              </a:solidFill>
              <a:effectLst/>
              <a:uFillTx/>
              <a:latin typeface="Arial"/>
            </a:endParaRPr>
          </a:p>
        </p:txBody>
      </p:sp>
      <p:sp>
        <p:nvSpPr>
          <p:cNvPr id="79" name=""/>
          <p:cNvSpPr/>
          <p:nvPr/>
        </p:nvSpPr>
        <p:spPr>
          <a:xfrm>
            <a:off x="6227640" y="1976760"/>
            <a:ext cx="4858920" cy="1552680"/>
          </a:xfrm>
          <a:prstGeom prst="rect">
            <a:avLst/>
          </a:prstGeom>
          <a:solidFill>
            <a:srgbClr val="1c1c1c"/>
          </a:solidFill>
          <a:ln w="0">
            <a:noFill/>
          </a:ln>
        </p:spPr>
        <p:style>
          <a:lnRef idx="0"/>
          <a:fillRef idx="0"/>
          <a:effectRef idx="0"/>
          <a:fontRef idx="minor"/>
        </p:style>
        <p:txBody>
          <a:bodyPr lIns="90000" rIns="90000" tIns="45000" bIns="45000" anchor="t">
            <a:spAutoFit/>
          </a:bodyPr>
          <a:p>
            <a:pPr>
              <a:lnSpc>
                <a:spcPct val="100000"/>
              </a:lnSpc>
            </a:pPr>
            <a:r>
              <a:rPr b="0" lang="fr-FR" sz="1200" strike="noStrike" u="none">
                <a:solidFill>
                  <a:srgbClr val="ffffff"/>
                </a:solidFill>
                <a:effectLst/>
                <a:uFillTx/>
                <a:latin typeface="Courier New"/>
              </a:rPr>
              <a:t>analysis = db.command(</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"aggregate",</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"orders",</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pipeline=pipeline,</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    explain="executionStats"</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log.debug(analysis)</a:t>
            </a:r>
            <a:endParaRPr b="0" lang="fr-FR" sz="1200" strike="noStrike" u="none">
              <a:solidFill>
                <a:srgbClr val="ffffff"/>
              </a:solidFill>
              <a:effectLst/>
              <a:uFillTx/>
              <a:latin typeface="Arial"/>
            </a:endParaRPr>
          </a:p>
          <a:p>
            <a:pPr>
              <a:lnSpc>
                <a:spcPct val="100000"/>
              </a:lnSpc>
            </a:pPr>
            <a:endParaRPr b="0" lang="fr-FR" sz="1200" strike="noStrike" u="none">
              <a:solidFill>
                <a:srgbClr val="ffffff"/>
              </a:solidFill>
              <a:effectLst/>
              <a:uFillTx/>
              <a:latin typeface="Arial"/>
            </a:endParaRPr>
          </a:p>
        </p:txBody>
      </p:sp>
      <p:sp>
        <p:nvSpPr>
          <p:cNvPr id="80" name=""/>
          <p:cNvSpPr/>
          <p:nvPr/>
        </p:nvSpPr>
        <p:spPr>
          <a:xfrm>
            <a:off x="6227640" y="4212000"/>
            <a:ext cx="4858920" cy="1552680"/>
          </a:xfrm>
          <a:prstGeom prst="rect">
            <a:avLst/>
          </a:prstGeom>
          <a:solidFill>
            <a:srgbClr val="1c1c1c"/>
          </a:solidFill>
          <a:ln w="0">
            <a:noFill/>
          </a:ln>
        </p:spPr>
        <p:style>
          <a:lnRef idx="0"/>
          <a:fillRef idx="0"/>
          <a:effectRef idx="0"/>
          <a:fontRef idx="minor"/>
        </p:style>
        <p:txBody>
          <a:bodyPr lIns="90000" rIns="90000" tIns="45000" bIns="45000" anchor="t">
            <a:spAutoFit/>
          </a:bodyPr>
          <a:p>
            <a:pPr>
              <a:lnSpc>
                <a:spcPct val="100000"/>
              </a:lnSpc>
            </a:pPr>
            <a:r>
              <a:rPr b="0" lang="fr-FR" sz="1200" strike="noStrike" u="none">
                <a:solidFill>
                  <a:srgbClr val="ffffff"/>
                </a:solidFill>
                <a:effectLst/>
                <a:uFillTx/>
                <a:latin typeface="Courier New"/>
              </a:rPr>
              <a:t>Retours de l’analyse:</a:t>
            </a:r>
            <a:endParaRPr b="0" lang="fr-FR" sz="1200" strike="noStrike" u="none">
              <a:solidFill>
                <a:srgbClr val="ffffff"/>
              </a:solidFill>
              <a:effectLst/>
              <a:uFillTx/>
              <a:latin typeface="Arial"/>
            </a:endParaRPr>
          </a:p>
          <a:p>
            <a:pPr>
              <a:lnSpc>
                <a:spcPct val="100000"/>
              </a:lnSpc>
            </a:pP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'executionTimeMillis': 14459</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'totalDocsExamined': 117329</a:t>
            </a:r>
            <a:endParaRPr b="0" lang="fr-FR" sz="1200" strike="noStrike" u="none">
              <a:solidFill>
                <a:srgbClr val="ffffff"/>
              </a:solidFill>
              <a:effectLst/>
              <a:uFillTx/>
              <a:latin typeface="Arial"/>
            </a:endParaRPr>
          </a:p>
          <a:p>
            <a:pPr>
              <a:lnSpc>
                <a:spcPct val="100000"/>
              </a:lnSpc>
            </a:pP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'$lookup': {'from': 'payments_temp'},</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'executionTimeMillisEstimate': 14459,</a:t>
            </a:r>
            <a:endParaRPr b="0" lang="fr-FR" sz="1200" strike="noStrike" u="none">
              <a:solidFill>
                <a:srgbClr val="ffffff"/>
              </a:solidFill>
              <a:effectLst/>
              <a:uFillTx/>
              <a:latin typeface="Arial"/>
            </a:endParaRPr>
          </a:p>
          <a:p>
            <a:pPr>
              <a:lnSpc>
                <a:spcPct val="100000"/>
              </a:lnSpc>
            </a:pPr>
            <a:r>
              <a:rPr b="0" lang="fr-FR" sz="1200" strike="noStrike" u="none">
                <a:solidFill>
                  <a:srgbClr val="ffffff"/>
                </a:solidFill>
                <a:effectLst/>
                <a:uFillTx/>
                <a:latin typeface="Courier New"/>
              </a:rPr>
              <a:t>'indexesUsed': ['order_id_1']</a:t>
            </a:r>
            <a:endParaRPr b="0" lang="fr-FR" sz="1200" strike="noStrike" u="none">
              <a:solidFill>
                <a:srgbClr val="ffffff"/>
              </a:solidFill>
              <a:effectLst/>
              <a:uFillTx/>
              <a:latin typeface="Arial"/>
            </a:endParaRPr>
          </a:p>
        </p:txBody>
      </p:sp>
      <p:sp>
        <p:nvSpPr>
          <p:cNvPr id="81" name=""/>
          <p:cNvSpPr/>
          <p:nvPr/>
        </p:nvSpPr>
        <p:spPr>
          <a:xfrm>
            <a:off x="724320" y="1424160"/>
            <a:ext cx="35222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1600" strike="noStrike" u="none">
                <a:solidFill>
                  <a:srgbClr val="000000"/>
                </a:solidFill>
                <a:effectLst/>
                <a:uFillTx/>
                <a:latin typeface="Aptos"/>
              </a:rPr>
              <a:t>Pipeline d’intégration</a:t>
            </a:r>
            <a:endParaRPr b="0" lang="fr-FR" sz="1600" strike="noStrike" u="none">
              <a:solidFill>
                <a:srgbClr val="000000"/>
              </a:solidFill>
              <a:effectLst/>
              <a:uFillTx/>
              <a:latin typeface="Arial"/>
            </a:endParaRPr>
          </a:p>
        </p:txBody>
      </p:sp>
      <p:sp>
        <p:nvSpPr>
          <p:cNvPr id="82" name=""/>
          <p:cNvSpPr/>
          <p:nvPr/>
        </p:nvSpPr>
        <p:spPr>
          <a:xfrm>
            <a:off x="6232320" y="1440000"/>
            <a:ext cx="35222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1600" strike="noStrike" u="none">
                <a:solidFill>
                  <a:srgbClr val="000000"/>
                </a:solidFill>
                <a:effectLst/>
                <a:uFillTx/>
                <a:latin typeface="Aptos"/>
              </a:rPr>
              <a:t>Analyse avec «explain »</a:t>
            </a:r>
            <a:endParaRPr b="0" lang="fr-FR" sz="1600" strike="noStrike" u="none">
              <a:solidFill>
                <a:srgbClr val="000000"/>
              </a:solidFill>
              <a:effectLst/>
              <a:uFillTx/>
              <a:latin typeface="Arial"/>
            </a:endParaRPr>
          </a:p>
        </p:txBody>
      </p:sp>
      <p:sp>
        <p:nvSpPr>
          <p:cNvPr id="83" name=""/>
          <p:cNvSpPr/>
          <p:nvPr/>
        </p:nvSpPr>
        <p:spPr>
          <a:xfrm>
            <a:off x="6227640" y="3600000"/>
            <a:ext cx="3522240" cy="33336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b="1" lang="fr-FR" sz="1600" strike="noStrike" u="none">
                <a:solidFill>
                  <a:srgbClr val="000000"/>
                </a:solidFill>
                <a:effectLst/>
                <a:uFillTx/>
                <a:latin typeface="Aptos"/>
              </a:rPr>
              <a:t>Résultats de l’analyse</a:t>
            </a:r>
            <a:endParaRPr b="0" lang="fr-FR" sz="160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 0"/>
          <p:cNvSpPr/>
          <p:nvPr/>
        </p:nvSpPr>
        <p:spPr>
          <a:xfrm>
            <a:off x="502920" y="320040"/>
            <a:ext cx="111546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111827"/>
                </a:solidFill>
                <a:effectLst/>
                <a:uFillTx/>
                <a:latin typeface="Aptos Display"/>
                <a:ea typeface="Aptos Display"/>
              </a:rPr>
              <a:t>FastAPI : la couche d’accès contrôlée</a:t>
            </a:r>
            <a:endParaRPr b="0" lang="fr-FR" sz="2800" strike="noStrike" u="none">
              <a:solidFill>
                <a:srgbClr val="000000"/>
              </a:solidFill>
              <a:effectLst/>
              <a:uFillTx/>
              <a:latin typeface="Arial"/>
            </a:endParaRPr>
          </a:p>
        </p:txBody>
      </p:sp>
      <p:sp>
        <p:nvSpPr>
          <p:cNvPr id="85" name="Text 1"/>
          <p:cNvSpPr/>
          <p:nvPr/>
        </p:nvSpPr>
        <p:spPr>
          <a:xfrm>
            <a:off x="530280" y="822960"/>
            <a:ext cx="110631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4b5563"/>
                </a:solidFill>
                <a:effectLst/>
                <a:uFillTx/>
                <a:latin typeface="Aptos"/>
                <a:ea typeface="Aptos"/>
              </a:rPr>
              <a:t>Rôle dans le projet Olist · exposer MongoDB sans donner un accès direct à la base</a:t>
            </a:r>
            <a:endParaRPr b="0" lang="fr-FR" sz="1350" strike="noStrike" u="none">
              <a:solidFill>
                <a:srgbClr val="000000"/>
              </a:solidFill>
              <a:effectLst/>
              <a:uFillTx/>
              <a:latin typeface="Arial"/>
            </a:endParaRPr>
          </a:p>
        </p:txBody>
      </p:sp>
      <p:sp>
        <p:nvSpPr>
          <p:cNvPr id="86" name="Shape 2"/>
          <p:cNvSpPr/>
          <p:nvPr/>
        </p:nvSpPr>
        <p:spPr>
          <a:xfrm>
            <a:off x="2697480" y="2340720"/>
            <a:ext cx="50292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7" name="Shape 3"/>
          <p:cNvSpPr/>
          <p:nvPr/>
        </p:nvSpPr>
        <p:spPr>
          <a:xfrm>
            <a:off x="5212080" y="2340720"/>
            <a:ext cx="50292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8" name="Shape 4"/>
          <p:cNvSpPr/>
          <p:nvPr/>
        </p:nvSpPr>
        <p:spPr>
          <a:xfrm>
            <a:off x="7726680" y="2340720"/>
            <a:ext cx="50292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89" name="Shape 5"/>
          <p:cNvSpPr/>
          <p:nvPr/>
        </p:nvSpPr>
        <p:spPr>
          <a:xfrm>
            <a:off x="731520" y="1828800"/>
            <a:ext cx="1964880" cy="1096200"/>
          </a:xfrm>
          <a:prstGeom prst="roundRect">
            <a:avLst>
              <a:gd name="adj" fmla="val 12500"/>
            </a:avLst>
          </a:prstGeom>
          <a:solidFill>
            <a:srgbClr val="dbeafe"/>
          </a:solidFill>
          <a:ln w="1524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90" name="Text 6"/>
          <p:cNvSpPr/>
          <p:nvPr/>
        </p:nvSpPr>
        <p:spPr>
          <a:xfrm>
            <a:off x="841320" y="1974960"/>
            <a:ext cx="3189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91" name="Text 7"/>
          <p:cNvSpPr/>
          <p:nvPr/>
        </p:nvSpPr>
        <p:spPr>
          <a:xfrm>
            <a:off x="1207080" y="2011680"/>
            <a:ext cx="14162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11827"/>
                </a:solidFill>
                <a:effectLst/>
                <a:uFillTx/>
                <a:latin typeface="Aptos"/>
              </a:rPr>
              <a:t>Client</a:t>
            </a:r>
            <a:endParaRPr b="0" lang="fr-FR" sz="1600" strike="noStrike" u="none">
              <a:solidFill>
                <a:srgbClr val="000000"/>
              </a:solidFill>
              <a:effectLst/>
              <a:uFillTx/>
              <a:latin typeface="Arial"/>
            </a:endParaRPr>
          </a:p>
        </p:txBody>
      </p:sp>
      <p:sp>
        <p:nvSpPr>
          <p:cNvPr id="92" name="Text 8"/>
          <p:cNvSpPr/>
          <p:nvPr/>
        </p:nvSpPr>
        <p:spPr>
          <a:xfrm>
            <a:off x="914400" y="2441520"/>
            <a:ext cx="1599120" cy="200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trike="noStrike" u="none">
                <a:solidFill>
                  <a:srgbClr val="4b5563"/>
                </a:solidFill>
                <a:effectLst/>
                <a:uFillTx/>
                <a:latin typeface="Aptos"/>
              </a:rPr>
              <a:t>navigateur · application</a:t>
            </a:r>
            <a:endParaRPr b="0" lang="fr-FR" sz="950" strike="noStrike" u="none">
              <a:solidFill>
                <a:srgbClr val="000000"/>
              </a:solidFill>
              <a:effectLst/>
              <a:uFillTx/>
              <a:latin typeface="Arial"/>
            </a:endParaRPr>
          </a:p>
        </p:txBody>
      </p:sp>
      <p:sp>
        <p:nvSpPr>
          <p:cNvPr id="93" name="Shape 9"/>
          <p:cNvSpPr/>
          <p:nvPr/>
        </p:nvSpPr>
        <p:spPr>
          <a:xfrm>
            <a:off x="3246120" y="1828800"/>
            <a:ext cx="1964880" cy="1096200"/>
          </a:xfrm>
          <a:prstGeom prst="roundRect">
            <a:avLst>
              <a:gd name="adj" fmla="val 12500"/>
            </a:avLst>
          </a:prstGeom>
          <a:solidFill>
            <a:srgbClr val="d1fae5"/>
          </a:solidFill>
          <a:ln w="15240">
            <a:solidFill>
              <a:srgbClr val="059669"/>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94" name="Text 10"/>
          <p:cNvSpPr/>
          <p:nvPr/>
        </p:nvSpPr>
        <p:spPr>
          <a:xfrm>
            <a:off x="3355920" y="1974960"/>
            <a:ext cx="3189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95" name="Text 11"/>
          <p:cNvSpPr/>
          <p:nvPr/>
        </p:nvSpPr>
        <p:spPr>
          <a:xfrm>
            <a:off x="3721680" y="2011680"/>
            <a:ext cx="14162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11827"/>
                </a:solidFill>
                <a:effectLst/>
                <a:uFillTx/>
                <a:latin typeface="Aptos"/>
              </a:rPr>
              <a:t>FastAPI</a:t>
            </a:r>
            <a:endParaRPr b="0" lang="fr-FR" sz="1600" strike="noStrike" u="none">
              <a:solidFill>
                <a:srgbClr val="000000"/>
              </a:solidFill>
              <a:effectLst/>
              <a:uFillTx/>
              <a:latin typeface="Arial"/>
            </a:endParaRPr>
          </a:p>
        </p:txBody>
      </p:sp>
      <p:sp>
        <p:nvSpPr>
          <p:cNvPr id="96" name="Text 12"/>
          <p:cNvSpPr/>
          <p:nvPr/>
        </p:nvSpPr>
        <p:spPr>
          <a:xfrm>
            <a:off x="3429000" y="2441520"/>
            <a:ext cx="1599120" cy="200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trike="noStrike" u="none">
                <a:solidFill>
                  <a:srgbClr val="4b5563"/>
                </a:solidFill>
                <a:effectLst/>
                <a:uFillTx/>
                <a:latin typeface="Aptos"/>
              </a:rPr>
              <a:t>routes · validation · erreurs</a:t>
            </a:r>
            <a:endParaRPr b="0" lang="fr-FR" sz="950" strike="noStrike" u="none">
              <a:solidFill>
                <a:srgbClr val="000000"/>
              </a:solidFill>
              <a:effectLst/>
              <a:uFillTx/>
              <a:latin typeface="Arial"/>
            </a:endParaRPr>
          </a:p>
        </p:txBody>
      </p:sp>
      <p:sp>
        <p:nvSpPr>
          <p:cNvPr id="97" name="Shape 13"/>
          <p:cNvSpPr/>
          <p:nvPr/>
        </p:nvSpPr>
        <p:spPr>
          <a:xfrm>
            <a:off x="5760720" y="1828800"/>
            <a:ext cx="1964880" cy="1096200"/>
          </a:xfrm>
          <a:prstGeom prst="roundRect">
            <a:avLst>
              <a:gd name="adj" fmla="val 12500"/>
            </a:avLst>
          </a:prstGeom>
          <a:solidFill>
            <a:srgbClr val="ede9fe"/>
          </a:solidFill>
          <a:ln w="15240">
            <a:solidFill>
              <a:srgbClr val="7c3aed"/>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98" name="Text 14"/>
          <p:cNvSpPr/>
          <p:nvPr/>
        </p:nvSpPr>
        <p:spPr>
          <a:xfrm>
            <a:off x="5870520" y="1974960"/>
            <a:ext cx="3189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99" name="Text 15"/>
          <p:cNvSpPr/>
          <p:nvPr/>
        </p:nvSpPr>
        <p:spPr>
          <a:xfrm>
            <a:off x="6236280" y="2011680"/>
            <a:ext cx="14162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11827"/>
                </a:solidFill>
                <a:effectLst/>
                <a:uFillTx/>
                <a:latin typeface="Aptos"/>
              </a:rPr>
              <a:t>PyMongo</a:t>
            </a:r>
            <a:endParaRPr b="0" lang="fr-FR" sz="1600" strike="noStrike" u="none">
              <a:solidFill>
                <a:srgbClr val="000000"/>
              </a:solidFill>
              <a:effectLst/>
              <a:uFillTx/>
              <a:latin typeface="Arial"/>
            </a:endParaRPr>
          </a:p>
        </p:txBody>
      </p:sp>
      <p:sp>
        <p:nvSpPr>
          <p:cNvPr id="100" name="Text 16"/>
          <p:cNvSpPr/>
          <p:nvPr/>
        </p:nvSpPr>
        <p:spPr>
          <a:xfrm>
            <a:off x="5943600" y="2441520"/>
            <a:ext cx="1599120" cy="200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trike="noStrike" u="none">
                <a:solidFill>
                  <a:srgbClr val="4b5563"/>
                </a:solidFill>
                <a:effectLst/>
                <a:uFillTx/>
                <a:latin typeface="Aptos"/>
              </a:rPr>
              <a:t>requêtes Python</a:t>
            </a:r>
            <a:endParaRPr b="0" lang="fr-FR" sz="950" strike="noStrike" u="none">
              <a:solidFill>
                <a:srgbClr val="000000"/>
              </a:solidFill>
              <a:effectLst/>
              <a:uFillTx/>
              <a:latin typeface="Arial"/>
            </a:endParaRPr>
          </a:p>
        </p:txBody>
      </p:sp>
      <p:sp>
        <p:nvSpPr>
          <p:cNvPr id="101" name="Shape 17"/>
          <p:cNvSpPr/>
          <p:nvPr/>
        </p:nvSpPr>
        <p:spPr>
          <a:xfrm>
            <a:off x="8275320" y="1828800"/>
            <a:ext cx="1964880" cy="1096200"/>
          </a:xfrm>
          <a:prstGeom prst="roundRect">
            <a:avLst>
              <a:gd name="adj" fmla="val 12500"/>
            </a:avLst>
          </a:prstGeom>
          <a:solidFill>
            <a:srgbClr val="ffedd5"/>
          </a:solidFill>
          <a:ln w="15240">
            <a:solidFill>
              <a:srgbClr val="ea580c"/>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02" name="Text 18"/>
          <p:cNvSpPr/>
          <p:nvPr/>
        </p:nvSpPr>
        <p:spPr>
          <a:xfrm>
            <a:off x="8385120" y="1974960"/>
            <a:ext cx="318960" cy="2732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03" name="Text 19"/>
          <p:cNvSpPr/>
          <p:nvPr/>
        </p:nvSpPr>
        <p:spPr>
          <a:xfrm>
            <a:off x="8750880" y="2011680"/>
            <a:ext cx="141624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600" strike="noStrike" u="none">
                <a:solidFill>
                  <a:srgbClr val="111827"/>
                </a:solidFill>
                <a:effectLst/>
                <a:uFillTx/>
                <a:latin typeface="Aptos"/>
              </a:rPr>
              <a:t>MongoDB</a:t>
            </a:r>
            <a:endParaRPr b="0" lang="fr-FR" sz="1600" strike="noStrike" u="none">
              <a:solidFill>
                <a:srgbClr val="000000"/>
              </a:solidFill>
              <a:effectLst/>
              <a:uFillTx/>
              <a:latin typeface="Arial"/>
            </a:endParaRPr>
          </a:p>
        </p:txBody>
      </p:sp>
      <p:sp>
        <p:nvSpPr>
          <p:cNvPr id="104" name="Text 20"/>
          <p:cNvSpPr/>
          <p:nvPr/>
        </p:nvSpPr>
        <p:spPr>
          <a:xfrm>
            <a:off x="8458200" y="2441520"/>
            <a:ext cx="1599120" cy="2001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lang="en-US" sz="950" strike="noStrike" u="none">
                <a:solidFill>
                  <a:srgbClr val="4b5563"/>
                </a:solidFill>
                <a:effectLst/>
                <a:uFillTx/>
                <a:latin typeface="Aptos"/>
              </a:rPr>
              <a:t>collection orders</a:t>
            </a:r>
            <a:endParaRPr b="0" lang="fr-FR" sz="950" strike="noStrike" u="none">
              <a:solidFill>
                <a:srgbClr val="000000"/>
              </a:solidFill>
              <a:effectLst/>
              <a:uFillTx/>
              <a:latin typeface="Arial"/>
            </a:endParaRPr>
          </a:p>
        </p:txBody>
      </p:sp>
      <p:sp>
        <p:nvSpPr>
          <p:cNvPr id="105" name="Text 21"/>
          <p:cNvSpPr/>
          <p:nvPr/>
        </p:nvSpPr>
        <p:spPr>
          <a:xfrm>
            <a:off x="9235440" y="3310200"/>
            <a:ext cx="1553400" cy="22752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200" strike="noStrike" u="none">
                <a:solidFill>
                  <a:srgbClr val="1e40af"/>
                </a:solidFill>
                <a:effectLst/>
                <a:uFillTx/>
                <a:latin typeface="Aptos"/>
              </a:rPr>
              <a:t>Réponse JSON</a:t>
            </a:r>
            <a:endParaRPr b="0" lang="fr-FR" sz="1200" strike="noStrike" u="none">
              <a:solidFill>
                <a:srgbClr val="000000"/>
              </a:solidFill>
              <a:effectLst/>
              <a:uFillTx/>
              <a:latin typeface="Arial"/>
            </a:endParaRPr>
          </a:p>
        </p:txBody>
      </p:sp>
      <p:sp>
        <p:nvSpPr>
          <p:cNvPr id="106" name="Shape 22"/>
          <p:cNvSpPr/>
          <p:nvPr/>
        </p:nvSpPr>
        <p:spPr>
          <a:xfrm flipH="1">
            <a:off x="1828800" y="3063240"/>
            <a:ext cx="7406640" cy="1143000"/>
          </a:xfrm>
          <a:prstGeom prst="line">
            <a:avLst/>
          </a:prstGeom>
          <a:ln w="22860">
            <a:solidFill>
              <a:srgbClr val="1e40af"/>
            </a:solidFill>
            <a:round/>
            <a:tailEnd len="med" type="triangle" w="med"/>
          </a:ln>
        </p:spPr>
        <p:style>
          <a:lnRef idx="0"/>
          <a:fillRef idx="0"/>
          <a:effectRef idx="0"/>
          <a:fontRef idx="minor"/>
        </p:style>
        <p:txBody>
          <a:bodyPr lIns="90000" rIns="90000" tIns="45000" bIns="45000" anchor="t" anchorCtr="1">
            <a:noAutofit/>
          </a:bodyPr>
          <a:p>
            <a:endParaRPr b="0" lang="fr-FR" sz="1800" strike="noStrike" u="none">
              <a:solidFill>
                <a:srgbClr val="000000"/>
              </a:solidFill>
              <a:effectLst/>
              <a:uFillTx/>
              <a:latin typeface="Arial"/>
            </a:endParaRPr>
          </a:p>
        </p:txBody>
      </p:sp>
      <p:sp>
        <p:nvSpPr>
          <p:cNvPr id="107" name="Shape 23"/>
          <p:cNvSpPr/>
          <p:nvPr/>
        </p:nvSpPr>
        <p:spPr>
          <a:xfrm>
            <a:off x="731520" y="4206240"/>
            <a:ext cx="3199320" cy="1507680"/>
          </a:xfrm>
          <a:prstGeom prst="roundRect">
            <a:avLst>
              <a:gd name="adj" fmla="val 7273"/>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08" name="Text 24"/>
          <p:cNvSpPr/>
          <p:nvPr/>
        </p:nvSpPr>
        <p:spPr>
          <a:xfrm>
            <a:off x="896040" y="435240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09" name="Text 25"/>
          <p:cNvSpPr/>
          <p:nvPr/>
        </p:nvSpPr>
        <p:spPr>
          <a:xfrm>
            <a:off x="1371600" y="4370760"/>
            <a:ext cx="23763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Pourquoi une API ?</a:t>
            </a:r>
            <a:endParaRPr b="0" lang="fr-FR" sz="1500" strike="noStrike" u="none">
              <a:solidFill>
                <a:srgbClr val="000000"/>
              </a:solidFill>
              <a:effectLst/>
              <a:uFillTx/>
              <a:latin typeface="Arial"/>
            </a:endParaRPr>
          </a:p>
        </p:txBody>
      </p:sp>
      <p:sp>
        <p:nvSpPr>
          <p:cNvPr id="110" name="Text 26"/>
          <p:cNvSpPr/>
          <p:nvPr/>
        </p:nvSpPr>
        <p:spPr>
          <a:xfrm>
            <a:off x="960120" y="4818960"/>
            <a:ext cx="2742120" cy="7304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 protéger l’accès à MongoDB</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exposer seulement les usages utiles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valider les paramètres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retourner des réponses JSON lisibles</a:t>
            </a:r>
            <a:endParaRPr b="0" lang="fr-FR" sz="1050" strike="noStrike" u="none">
              <a:solidFill>
                <a:srgbClr val="000000"/>
              </a:solidFill>
              <a:effectLst/>
              <a:uFillTx/>
              <a:latin typeface="Arial"/>
            </a:endParaRPr>
          </a:p>
        </p:txBody>
      </p:sp>
      <p:sp>
        <p:nvSpPr>
          <p:cNvPr id="111" name="Shape 27"/>
          <p:cNvSpPr/>
          <p:nvPr/>
        </p:nvSpPr>
        <p:spPr>
          <a:xfrm>
            <a:off x="4480560" y="4206240"/>
            <a:ext cx="3199320" cy="1507680"/>
          </a:xfrm>
          <a:prstGeom prst="roundRect">
            <a:avLst>
              <a:gd name="adj" fmla="val 7273"/>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12" name="Text 28"/>
          <p:cNvSpPr/>
          <p:nvPr/>
        </p:nvSpPr>
        <p:spPr>
          <a:xfrm>
            <a:off x="4645080" y="435240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13" name="Text 29"/>
          <p:cNvSpPr/>
          <p:nvPr/>
        </p:nvSpPr>
        <p:spPr>
          <a:xfrm>
            <a:off x="5120640" y="4370760"/>
            <a:ext cx="23763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Ce que FastAPI apporte</a:t>
            </a:r>
            <a:endParaRPr b="0" lang="fr-FR" sz="1500" strike="noStrike" u="none">
              <a:solidFill>
                <a:srgbClr val="000000"/>
              </a:solidFill>
              <a:effectLst/>
              <a:uFillTx/>
              <a:latin typeface="Arial"/>
            </a:endParaRPr>
          </a:p>
        </p:txBody>
      </p:sp>
      <p:sp>
        <p:nvSpPr>
          <p:cNvPr id="114" name="Text 30"/>
          <p:cNvSpPr/>
          <p:nvPr/>
        </p:nvSpPr>
        <p:spPr>
          <a:xfrm>
            <a:off x="4709160" y="4818960"/>
            <a:ext cx="2742120" cy="7304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 endpoints HTTP</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erreurs 404 / 422</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Swagger / OpenAPI auto</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contrat stable pour les clients</a:t>
            </a:r>
            <a:endParaRPr b="0" lang="fr-FR" sz="1050" strike="noStrike" u="none">
              <a:solidFill>
                <a:srgbClr val="000000"/>
              </a:solidFill>
              <a:effectLst/>
              <a:uFillTx/>
              <a:latin typeface="Arial"/>
            </a:endParaRPr>
          </a:p>
        </p:txBody>
      </p:sp>
      <p:sp>
        <p:nvSpPr>
          <p:cNvPr id="115" name="Shape 31"/>
          <p:cNvSpPr/>
          <p:nvPr/>
        </p:nvSpPr>
        <p:spPr>
          <a:xfrm>
            <a:off x="8229600" y="4206240"/>
            <a:ext cx="3199320" cy="1507680"/>
          </a:xfrm>
          <a:prstGeom prst="roundRect">
            <a:avLst>
              <a:gd name="adj" fmla="val 7273"/>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16" name="Text 32"/>
          <p:cNvSpPr/>
          <p:nvPr/>
        </p:nvSpPr>
        <p:spPr>
          <a:xfrm>
            <a:off x="8394120" y="435240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17" name="Text 33"/>
          <p:cNvSpPr/>
          <p:nvPr/>
        </p:nvSpPr>
        <p:spPr>
          <a:xfrm>
            <a:off x="8869680" y="4370760"/>
            <a:ext cx="23763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Message clé</a:t>
            </a:r>
            <a:endParaRPr b="0" lang="fr-FR" sz="1500" strike="noStrike" u="none">
              <a:solidFill>
                <a:srgbClr val="000000"/>
              </a:solidFill>
              <a:effectLst/>
              <a:uFillTx/>
              <a:latin typeface="Arial"/>
            </a:endParaRPr>
          </a:p>
        </p:txBody>
      </p:sp>
      <p:sp>
        <p:nvSpPr>
          <p:cNvPr id="118" name="Text 34"/>
          <p:cNvSpPr/>
          <p:nvPr/>
        </p:nvSpPr>
        <p:spPr>
          <a:xfrm>
            <a:off x="8458200" y="4818960"/>
            <a:ext cx="2742120" cy="7304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Le client ne connaît pas la structure interne de MongoDB : il passe par une interface documentée et contrôlée.</a:t>
            </a:r>
            <a:endParaRPr b="0" lang="fr-FR" sz="1050" strike="noStrike" u="none">
              <a:solidFill>
                <a:srgbClr val="000000"/>
              </a:solidFill>
              <a:effectLst/>
              <a:uFillTx/>
              <a:latin typeface="Arial"/>
            </a:endParaRPr>
          </a:p>
        </p:txBody>
      </p:sp>
      <p:sp>
        <p:nvSpPr>
          <p:cNvPr id="119" name="Text 35"/>
          <p:cNvSpPr/>
          <p:nvPr/>
        </p:nvSpPr>
        <p:spPr>
          <a:xfrm>
            <a:off x="502920" y="6492240"/>
            <a:ext cx="5668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6b7280"/>
                </a:solidFill>
                <a:effectLst/>
                <a:uFillTx/>
                <a:latin typeface="Aptos"/>
              </a:rPr>
              <a:t>Personne 3 · FastAPI / Démo / Tests · 1/4</a:t>
            </a:r>
            <a:endParaRPr b="0" lang="fr-FR" sz="8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0" name="Text 0"/>
          <p:cNvSpPr/>
          <p:nvPr/>
        </p:nvSpPr>
        <p:spPr>
          <a:xfrm>
            <a:off x="502920" y="320040"/>
            <a:ext cx="111546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111827"/>
                </a:solidFill>
                <a:effectLst/>
                <a:uFillTx/>
                <a:latin typeface="Aptos Display"/>
                <a:ea typeface="Aptos Display"/>
              </a:rPr>
              <a:t>Routes, validation et erreurs HTTP</a:t>
            </a:r>
            <a:endParaRPr b="0" lang="fr-FR" sz="2800" strike="noStrike" u="none">
              <a:solidFill>
                <a:srgbClr val="000000"/>
              </a:solidFill>
              <a:effectLst/>
              <a:uFillTx/>
              <a:latin typeface="Arial"/>
            </a:endParaRPr>
          </a:p>
        </p:txBody>
      </p:sp>
      <p:sp>
        <p:nvSpPr>
          <p:cNvPr id="121" name="Text 1"/>
          <p:cNvSpPr/>
          <p:nvPr/>
        </p:nvSpPr>
        <p:spPr>
          <a:xfrm>
            <a:off x="530280" y="822960"/>
            <a:ext cx="110631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4b5563"/>
                </a:solidFill>
                <a:effectLst/>
                <a:uFillTx/>
                <a:latin typeface="Aptos"/>
                <a:ea typeface="Aptos"/>
              </a:rPr>
              <a:t>Des endpoints conçus à partir des usages de consultation et d’analyse</a:t>
            </a:r>
            <a:endParaRPr b="0" lang="fr-FR" sz="1350" strike="noStrike" u="none">
              <a:solidFill>
                <a:srgbClr val="000000"/>
              </a:solidFill>
              <a:effectLst/>
              <a:uFillTx/>
              <a:latin typeface="Arial"/>
            </a:endParaRPr>
          </a:p>
        </p:txBody>
      </p:sp>
      <p:sp>
        <p:nvSpPr>
          <p:cNvPr id="122" name="Shape 2"/>
          <p:cNvSpPr/>
          <p:nvPr/>
        </p:nvSpPr>
        <p:spPr>
          <a:xfrm>
            <a:off x="685800" y="1325880"/>
            <a:ext cx="4936680" cy="1964880"/>
          </a:xfrm>
          <a:prstGeom prst="roundRect">
            <a:avLst>
              <a:gd name="adj" fmla="val 5581"/>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23" name="Text 3"/>
          <p:cNvSpPr/>
          <p:nvPr/>
        </p:nvSpPr>
        <p:spPr>
          <a:xfrm>
            <a:off x="850320" y="147204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24" name="Text 4"/>
          <p:cNvSpPr/>
          <p:nvPr/>
        </p:nvSpPr>
        <p:spPr>
          <a:xfrm>
            <a:off x="1325880" y="1490400"/>
            <a:ext cx="41137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Routes de consultation</a:t>
            </a:r>
            <a:endParaRPr b="0" lang="fr-FR" sz="1500" strike="noStrike" u="none">
              <a:solidFill>
                <a:srgbClr val="000000"/>
              </a:solidFill>
              <a:effectLst/>
              <a:uFillTx/>
              <a:latin typeface="Arial"/>
            </a:endParaRPr>
          </a:p>
        </p:txBody>
      </p:sp>
      <p:sp>
        <p:nvSpPr>
          <p:cNvPr id="125" name="Text 5"/>
          <p:cNvSpPr/>
          <p:nvPr/>
        </p:nvSpPr>
        <p:spPr>
          <a:xfrm>
            <a:off x="914400" y="1938600"/>
            <a:ext cx="4479480" cy="1187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GET /orders/{order_id}</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GET /orders/status/{status}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GET /customers/{customer_unique_id}/orders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GET /states/{state}/orders</a:t>
            </a:r>
            <a:endParaRPr b="0" lang="fr-FR" sz="1050" strike="noStrike" u="none">
              <a:solidFill>
                <a:srgbClr val="000000"/>
              </a:solidFill>
              <a:effectLst/>
              <a:uFillTx/>
              <a:latin typeface="Arial"/>
            </a:endParaRPr>
          </a:p>
        </p:txBody>
      </p:sp>
      <p:sp>
        <p:nvSpPr>
          <p:cNvPr id="126" name="Shape 6"/>
          <p:cNvSpPr/>
          <p:nvPr/>
        </p:nvSpPr>
        <p:spPr>
          <a:xfrm>
            <a:off x="6537960" y="1325880"/>
            <a:ext cx="4936680" cy="1964880"/>
          </a:xfrm>
          <a:prstGeom prst="roundRect">
            <a:avLst>
              <a:gd name="adj" fmla="val 5581"/>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27" name="Text 7"/>
          <p:cNvSpPr/>
          <p:nvPr/>
        </p:nvSpPr>
        <p:spPr>
          <a:xfrm>
            <a:off x="6702480" y="147204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28" name="Text 8"/>
          <p:cNvSpPr/>
          <p:nvPr/>
        </p:nvSpPr>
        <p:spPr>
          <a:xfrm>
            <a:off x="7178040" y="1490400"/>
            <a:ext cx="41137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Routes analytiques</a:t>
            </a:r>
            <a:endParaRPr b="0" lang="fr-FR" sz="1500" strike="noStrike" u="none">
              <a:solidFill>
                <a:srgbClr val="000000"/>
              </a:solidFill>
              <a:effectLst/>
              <a:uFillTx/>
              <a:latin typeface="Arial"/>
            </a:endParaRPr>
          </a:p>
        </p:txBody>
      </p:sp>
      <p:sp>
        <p:nvSpPr>
          <p:cNvPr id="129" name="Text 9"/>
          <p:cNvSpPr/>
          <p:nvPr/>
        </p:nvSpPr>
        <p:spPr>
          <a:xfrm>
            <a:off x="6766560" y="1938600"/>
            <a:ext cx="4479480" cy="118764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GET /analytics/categories/sales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GET /analytics/states/sales</a:t>
            </a:r>
            <a:endParaRPr b="0" lang="fr-FR" sz="1050" strike="noStrike" u="none">
              <a:solidFill>
                <a:srgbClr val="000000"/>
              </a:solidFill>
              <a:effectLst/>
              <a:uFillTx/>
              <a:latin typeface="Arial"/>
            </a:endParaRPr>
          </a:p>
          <a:p>
            <a:pPr defTabSz="914400">
              <a:lnSpc>
                <a:spcPct val="100000"/>
              </a:lnSpc>
              <a:tabLst>
                <a:tab algn="l" pos="0"/>
              </a:tabLst>
            </a:pP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Ces routes déclenchent des agrégations MongoDB.</a:t>
            </a:r>
            <a:endParaRPr b="0" lang="fr-FR" sz="1050" strike="noStrike" u="none">
              <a:solidFill>
                <a:srgbClr val="000000"/>
              </a:solidFill>
              <a:effectLst/>
              <a:uFillTx/>
              <a:latin typeface="Arial"/>
            </a:endParaRPr>
          </a:p>
        </p:txBody>
      </p:sp>
      <p:sp>
        <p:nvSpPr>
          <p:cNvPr id="130" name="Text 10"/>
          <p:cNvSpPr/>
          <p:nvPr/>
        </p:nvSpPr>
        <p:spPr>
          <a:xfrm>
            <a:off x="685800" y="3749040"/>
            <a:ext cx="274212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700" strike="noStrike" u="none">
                <a:solidFill>
                  <a:srgbClr val="111827"/>
                </a:solidFill>
                <a:effectLst/>
                <a:uFillTx/>
                <a:latin typeface="Aptos"/>
              </a:rPr>
              <a:t>Robustesse API</a:t>
            </a:r>
            <a:endParaRPr b="0" lang="fr-FR" sz="1700" strike="noStrike" u="none">
              <a:solidFill>
                <a:srgbClr val="000000"/>
              </a:solidFill>
              <a:effectLst/>
              <a:uFillTx/>
              <a:latin typeface="Arial"/>
            </a:endParaRPr>
          </a:p>
        </p:txBody>
      </p:sp>
      <p:sp>
        <p:nvSpPr>
          <p:cNvPr id="131" name="Shape 11"/>
          <p:cNvSpPr/>
          <p:nvPr/>
        </p:nvSpPr>
        <p:spPr>
          <a:xfrm>
            <a:off x="685800" y="4251960"/>
            <a:ext cx="2193480" cy="383040"/>
          </a:xfrm>
          <a:prstGeom prst="roundRect">
            <a:avLst>
              <a:gd name="adj" fmla="val 28571"/>
            </a:avLst>
          </a:prstGeom>
          <a:solidFill>
            <a:srgbClr val="d1fae5"/>
          </a:solidFill>
          <a:ln w="15240">
            <a:solidFill>
              <a:srgbClr val="059669"/>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32" name="Text 12"/>
          <p:cNvSpPr/>
          <p:nvPr/>
        </p:nvSpPr>
        <p:spPr>
          <a:xfrm>
            <a:off x="795600" y="4338720"/>
            <a:ext cx="197388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059669"/>
                </a:solidFill>
                <a:effectLst/>
                <a:uFillTx/>
                <a:latin typeface="Aptos"/>
              </a:rPr>
              <a:t>limit : 1 à 100</a:t>
            </a:r>
            <a:endParaRPr b="0" lang="fr-FR" sz="1050" strike="noStrike" u="none">
              <a:solidFill>
                <a:srgbClr val="000000"/>
              </a:solidFill>
              <a:effectLst/>
              <a:uFillTx/>
              <a:latin typeface="Arial"/>
            </a:endParaRPr>
          </a:p>
        </p:txBody>
      </p:sp>
      <p:sp>
        <p:nvSpPr>
          <p:cNvPr id="133" name="Shape 13"/>
          <p:cNvSpPr/>
          <p:nvPr/>
        </p:nvSpPr>
        <p:spPr>
          <a:xfrm>
            <a:off x="3154680" y="4251960"/>
            <a:ext cx="2604960" cy="383040"/>
          </a:xfrm>
          <a:prstGeom prst="roundRect">
            <a:avLst>
              <a:gd name="adj" fmla="val 28571"/>
            </a:avLst>
          </a:prstGeom>
          <a:solidFill>
            <a:srgbClr val="dbeafe"/>
          </a:solidFill>
          <a:ln w="1524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34" name="Text 14"/>
          <p:cNvSpPr/>
          <p:nvPr/>
        </p:nvSpPr>
        <p:spPr>
          <a:xfrm>
            <a:off x="3264480" y="4338720"/>
            <a:ext cx="238536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2563eb"/>
                </a:solidFill>
                <a:effectLst/>
                <a:uFillTx/>
                <a:latin typeface="Aptos"/>
              </a:rPr>
              <a:t>status : valeurs autorisées</a:t>
            </a:r>
            <a:endParaRPr b="0" lang="fr-FR" sz="1050" strike="noStrike" u="none">
              <a:solidFill>
                <a:srgbClr val="000000"/>
              </a:solidFill>
              <a:effectLst/>
              <a:uFillTx/>
              <a:latin typeface="Arial"/>
            </a:endParaRPr>
          </a:p>
        </p:txBody>
      </p:sp>
      <p:sp>
        <p:nvSpPr>
          <p:cNvPr id="135" name="Shape 15"/>
          <p:cNvSpPr/>
          <p:nvPr/>
        </p:nvSpPr>
        <p:spPr>
          <a:xfrm>
            <a:off x="6035040" y="4251960"/>
            <a:ext cx="2650680" cy="383040"/>
          </a:xfrm>
          <a:prstGeom prst="roundRect">
            <a:avLst>
              <a:gd name="adj" fmla="val 28571"/>
            </a:avLst>
          </a:prstGeom>
          <a:solidFill>
            <a:srgbClr val="ede9fe"/>
          </a:solidFill>
          <a:ln w="15240">
            <a:solidFill>
              <a:srgbClr val="7c3aed"/>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36" name="Text 16"/>
          <p:cNvSpPr/>
          <p:nvPr/>
        </p:nvSpPr>
        <p:spPr>
          <a:xfrm>
            <a:off x="6144840" y="4338720"/>
            <a:ext cx="243108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7c3aed"/>
                </a:solidFill>
                <a:effectLst/>
                <a:uFillTx/>
                <a:latin typeface="Aptos"/>
              </a:rPr>
              <a:t>state : codes réels Olist</a:t>
            </a:r>
            <a:endParaRPr b="0" lang="fr-FR" sz="1050" strike="noStrike" u="none">
              <a:solidFill>
                <a:srgbClr val="000000"/>
              </a:solidFill>
              <a:effectLst/>
              <a:uFillTx/>
              <a:latin typeface="Arial"/>
            </a:endParaRPr>
          </a:p>
        </p:txBody>
      </p:sp>
      <p:sp>
        <p:nvSpPr>
          <p:cNvPr id="137" name="Shape 17"/>
          <p:cNvSpPr/>
          <p:nvPr/>
        </p:nvSpPr>
        <p:spPr>
          <a:xfrm>
            <a:off x="685800" y="4892040"/>
            <a:ext cx="2787840" cy="383040"/>
          </a:xfrm>
          <a:prstGeom prst="roundRect">
            <a:avLst>
              <a:gd name="adj" fmla="val 28571"/>
            </a:avLst>
          </a:prstGeom>
          <a:solidFill>
            <a:srgbClr val="fee2e2"/>
          </a:solidFill>
          <a:ln w="15240">
            <a:solidFill>
              <a:srgbClr val="dc2626"/>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38" name="Text 18"/>
          <p:cNvSpPr/>
          <p:nvPr/>
        </p:nvSpPr>
        <p:spPr>
          <a:xfrm>
            <a:off x="795600" y="4978800"/>
            <a:ext cx="256824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dc2626"/>
                </a:solidFill>
                <a:effectLst/>
                <a:uFillTx/>
                <a:latin typeface="Aptos"/>
              </a:rPr>
              <a:t>404 : commande introuvable</a:t>
            </a:r>
            <a:endParaRPr b="0" lang="fr-FR" sz="1050" strike="noStrike" u="none">
              <a:solidFill>
                <a:srgbClr val="000000"/>
              </a:solidFill>
              <a:effectLst/>
              <a:uFillTx/>
              <a:latin typeface="Arial"/>
            </a:endParaRPr>
          </a:p>
        </p:txBody>
      </p:sp>
      <p:sp>
        <p:nvSpPr>
          <p:cNvPr id="139" name="Shape 19"/>
          <p:cNvSpPr/>
          <p:nvPr/>
        </p:nvSpPr>
        <p:spPr>
          <a:xfrm>
            <a:off x="3749040" y="4892040"/>
            <a:ext cx="2696400" cy="383040"/>
          </a:xfrm>
          <a:prstGeom prst="roundRect">
            <a:avLst>
              <a:gd name="adj" fmla="val 28571"/>
            </a:avLst>
          </a:prstGeom>
          <a:solidFill>
            <a:srgbClr val="ffedd5"/>
          </a:solidFill>
          <a:ln w="15240">
            <a:solidFill>
              <a:srgbClr val="ea580c"/>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40" name="Text 20"/>
          <p:cNvSpPr/>
          <p:nvPr/>
        </p:nvSpPr>
        <p:spPr>
          <a:xfrm>
            <a:off x="3858840" y="4978800"/>
            <a:ext cx="247680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ea580c"/>
                </a:solidFill>
                <a:effectLst/>
                <a:uFillTx/>
                <a:latin typeface="Aptos"/>
              </a:rPr>
              <a:t>422 : paramètre invalide</a:t>
            </a:r>
            <a:endParaRPr b="0" lang="fr-FR" sz="1050" strike="noStrike" u="none">
              <a:solidFill>
                <a:srgbClr val="000000"/>
              </a:solidFill>
              <a:effectLst/>
              <a:uFillTx/>
              <a:latin typeface="Arial"/>
            </a:endParaRPr>
          </a:p>
        </p:txBody>
      </p:sp>
      <p:sp>
        <p:nvSpPr>
          <p:cNvPr id="141" name="Shape 21"/>
          <p:cNvSpPr/>
          <p:nvPr/>
        </p:nvSpPr>
        <p:spPr>
          <a:xfrm>
            <a:off x="685800" y="5532120"/>
            <a:ext cx="2833560" cy="383040"/>
          </a:xfrm>
          <a:prstGeom prst="roundRect">
            <a:avLst>
              <a:gd name="adj" fmla="val 28571"/>
            </a:avLst>
          </a:prstGeom>
          <a:solidFill>
            <a:srgbClr val="dbeafe"/>
          </a:solidFill>
          <a:ln w="15240">
            <a:solidFill>
              <a:srgbClr val="1e40af"/>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42" name="Text 22"/>
          <p:cNvSpPr/>
          <p:nvPr/>
        </p:nvSpPr>
        <p:spPr>
          <a:xfrm>
            <a:off x="795600" y="5618880"/>
            <a:ext cx="261396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050" strike="noStrike" u="none">
                <a:solidFill>
                  <a:srgbClr val="1e40af"/>
                </a:solidFill>
                <a:effectLst/>
                <a:uFillTx/>
                <a:latin typeface="Aptos"/>
              </a:rPr>
              <a:t>JSON : réponse standardisée</a:t>
            </a:r>
            <a:endParaRPr b="0" lang="fr-FR" sz="1050" strike="noStrike" u="none">
              <a:solidFill>
                <a:srgbClr val="000000"/>
              </a:solidFill>
              <a:effectLst/>
              <a:uFillTx/>
              <a:latin typeface="Arial"/>
            </a:endParaRPr>
          </a:p>
        </p:txBody>
      </p:sp>
      <p:sp>
        <p:nvSpPr>
          <p:cNvPr id="143" name="Shape 23"/>
          <p:cNvSpPr/>
          <p:nvPr/>
        </p:nvSpPr>
        <p:spPr>
          <a:xfrm>
            <a:off x="8961120" y="3794760"/>
            <a:ext cx="2513520" cy="1919160"/>
          </a:xfrm>
          <a:prstGeom prst="roundRect">
            <a:avLst>
              <a:gd name="adj" fmla="val 5714"/>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44" name="Text 24"/>
          <p:cNvSpPr/>
          <p:nvPr/>
        </p:nvSpPr>
        <p:spPr>
          <a:xfrm>
            <a:off x="9125640" y="394092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45" name="Text 25"/>
          <p:cNvSpPr/>
          <p:nvPr/>
        </p:nvSpPr>
        <p:spPr>
          <a:xfrm>
            <a:off x="9601200" y="3959280"/>
            <a:ext cx="16905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Documentation automatique</a:t>
            </a:r>
            <a:endParaRPr b="0" lang="fr-FR" sz="1500" strike="noStrike" u="none">
              <a:solidFill>
                <a:srgbClr val="000000"/>
              </a:solidFill>
              <a:effectLst/>
              <a:uFillTx/>
              <a:latin typeface="Arial"/>
            </a:endParaRPr>
          </a:p>
        </p:txBody>
      </p:sp>
      <p:sp>
        <p:nvSpPr>
          <p:cNvPr id="146" name="Text 26"/>
          <p:cNvSpPr/>
          <p:nvPr/>
        </p:nvSpPr>
        <p:spPr>
          <a:xfrm>
            <a:off x="9189720" y="4407480"/>
            <a:ext cx="2056320" cy="114192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Swagger UI : /docs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OpenAPI JSON : /openapi.json</a:t>
            </a:r>
            <a:endParaRPr b="0" lang="fr-FR" sz="1050" strike="noStrike" u="none">
              <a:solidFill>
                <a:srgbClr val="000000"/>
              </a:solidFill>
              <a:effectLst/>
              <a:uFillTx/>
              <a:latin typeface="Arial"/>
            </a:endParaRPr>
          </a:p>
          <a:p>
            <a:pPr defTabSz="914400">
              <a:lnSpc>
                <a:spcPct val="100000"/>
              </a:lnSpc>
              <a:tabLst>
                <a:tab algn="l" pos="0"/>
              </a:tabLst>
            </a:pP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Les types Python, Query et Literal alimentent directement la documentation.</a:t>
            </a:r>
            <a:endParaRPr b="0" lang="fr-FR" sz="1050" strike="noStrike" u="none">
              <a:solidFill>
                <a:srgbClr val="000000"/>
              </a:solidFill>
              <a:effectLst/>
              <a:uFillTx/>
              <a:latin typeface="Arial"/>
            </a:endParaRPr>
          </a:p>
        </p:txBody>
      </p:sp>
      <p:sp>
        <p:nvSpPr>
          <p:cNvPr id="147" name="Text 27"/>
          <p:cNvSpPr/>
          <p:nvPr/>
        </p:nvSpPr>
        <p:spPr>
          <a:xfrm>
            <a:off x="502920" y="6492240"/>
            <a:ext cx="5668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6b7280"/>
                </a:solidFill>
                <a:effectLst/>
                <a:uFillTx/>
                <a:latin typeface="Aptos"/>
              </a:rPr>
              <a:t>Personne 3 · FastAPI / Démo / Tests · 2/4</a:t>
            </a:r>
            <a:endParaRPr b="0" lang="fr-FR" sz="8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8" name="Text 0"/>
          <p:cNvSpPr/>
          <p:nvPr/>
        </p:nvSpPr>
        <p:spPr>
          <a:xfrm>
            <a:off x="502920" y="320040"/>
            <a:ext cx="111546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111827"/>
                </a:solidFill>
                <a:effectLst/>
                <a:uFillTx/>
                <a:latin typeface="Aptos Display"/>
                <a:ea typeface="Aptos Display"/>
              </a:rPr>
              <a:t>Démo courte : Swagger → FastAPI → MongoDB → JSON</a:t>
            </a:r>
            <a:endParaRPr b="0" lang="fr-FR" sz="2800" strike="noStrike" u="none">
              <a:solidFill>
                <a:srgbClr val="000000"/>
              </a:solidFill>
              <a:effectLst/>
              <a:uFillTx/>
              <a:latin typeface="Arial"/>
            </a:endParaRPr>
          </a:p>
        </p:txBody>
      </p:sp>
      <p:sp>
        <p:nvSpPr>
          <p:cNvPr id="149" name="Text 1"/>
          <p:cNvSpPr/>
          <p:nvPr/>
        </p:nvSpPr>
        <p:spPr>
          <a:xfrm>
            <a:off x="530280" y="822960"/>
            <a:ext cx="110631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4b5563"/>
                </a:solidFill>
                <a:effectLst/>
                <a:uFillTx/>
                <a:latin typeface="Aptos"/>
                <a:ea typeface="Aptos"/>
              </a:rPr>
              <a:t>Objectif : montrer visuellement le chemin de la requête sans dépasser 90 secondes</a:t>
            </a:r>
            <a:endParaRPr b="0" lang="fr-FR" sz="1350" strike="noStrike" u="none">
              <a:solidFill>
                <a:srgbClr val="000000"/>
              </a:solidFill>
              <a:effectLst/>
              <a:uFillTx/>
              <a:latin typeface="Arial"/>
            </a:endParaRPr>
          </a:p>
        </p:txBody>
      </p:sp>
      <p:sp>
        <p:nvSpPr>
          <p:cNvPr id="150" name="Shape 2"/>
          <p:cNvSpPr/>
          <p:nvPr/>
        </p:nvSpPr>
        <p:spPr>
          <a:xfrm>
            <a:off x="777240" y="1325880"/>
            <a:ext cx="2239200" cy="1599120"/>
          </a:xfrm>
          <a:prstGeom prst="roundRect">
            <a:avLst>
              <a:gd name="adj" fmla="val 8000"/>
            </a:avLst>
          </a:prstGeom>
          <a:solidFill>
            <a:srgbClr val="ffffff"/>
          </a:solidFill>
          <a:ln w="1524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51" name="Shape 3"/>
          <p:cNvSpPr/>
          <p:nvPr/>
        </p:nvSpPr>
        <p:spPr>
          <a:xfrm>
            <a:off x="914400" y="1490400"/>
            <a:ext cx="383040" cy="383040"/>
          </a:xfrm>
          <a:prstGeom prst="ellipse">
            <a:avLst/>
          </a:prstGeom>
          <a:solidFill>
            <a:srgbClr val="2563eb"/>
          </a:solidFill>
          <a:ln w="1270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ndParaRPr>
          </a:p>
        </p:txBody>
      </p:sp>
      <p:sp>
        <p:nvSpPr>
          <p:cNvPr id="152" name="Text 4"/>
          <p:cNvSpPr/>
          <p:nvPr/>
        </p:nvSpPr>
        <p:spPr>
          <a:xfrm>
            <a:off x="914400" y="1572840"/>
            <a:ext cx="38304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ptos"/>
              </a:rPr>
              <a:t>1</a:t>
            </a:r>
            <a:endParaRPr b="0" lang="fr-FR" sz="1100" strike="noStrike" u="none">
              <a:solidFill>
                <a:srgbClr val="000000"/>
              </a:solidFill>
              <a:effectLst/>
              <a:uFillTx/>
              <a:latin typeface="Arial"/>
            </a:endParaRPr>
          </a:p>
        </p:txBody>
      </p:sp>
      <p:sp>
        <p:nvSpPr>
          <p:cNvPr id="153" name="Text 5"/>
          <p:cNvSpPr/>
          <p:nvPr/>
        </p:nvSpPr>
        <p:spPr>
          <a:xfrm>
            <a:off x="1398960" y="1481400"/>
            <a:ext cx="1480320" cy="501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11827"/>
                </a:solidFill>
                <a:effectLst/>
                <a:uFillTx/>
                <a:latin typeface="Aptos"/>
              </a:rPr>
              <a:t>GET /</a:t>
            </a:r>
            <a:endParaRPr b="0" lang="fr-FR" sz="1200" strike="noStrike" u="none">
              <a:solidFill>
                <a:srgbClr val="000000"/>
              </a:solidFill>
              <a:effectLst/>
              <a:uFillTx/>
              <a:latin typeface="Arial"/>
            </a:endParaRPr>
          </a:p>
        </p:txBody>
      </p:sp>
      <p:sp>
        <p:nvSpPr>
          <p:cNvPr id="154" name="Text 6"/>
          <p:cNvSpPr/>
          <p:nvPr/>
        </p:nvSpPr>
        <p:spPr>
          <a:xfrm>
            <a:off x="1005840" y="2130480"/>
            <a:ext cx="178200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4b5563"/>
                </a:solidFill>
                <a:effectLst/>
                <a:uFillTx/>
                <a:latin typeface="Aptos"/>
              </a:rPr>
              <a:t>vérifier que l’API répond</a:t>
            </a:r>
            <a:endParaRPr b="0" lang="fr-FR" sz="950" strike="noStrike" u="none">
              <a:solidFill>
                <a:srgbClr val="000000"/>
              </a:solidFill>
              <a:effectLst/>
              <a:uFillTx/>
              <a:latin typeface="Arial"/>
            </a:endParaRPr>
          </a:p>
        </p:txBody>
      </p:sp>
      <p:sp>
        <p:nvSpPr>
          <p:cNvPr id="155" name="Shape 7"/>
          <p:cNvSpPr/>
          <p:nvPr/>
        </p:nvSpPr>
        <p:spPr>
          <a:xfrm>
            <a:off x="3611880" y="1325880"/>
            <a:ext cx="2239200" cy="1599120"/>
          </a:xfrm>
          <a:prstGeom prst="roundRect">
            <a:avLst>
              <a:gd name="adj" fmla="val 8000"/>
            </a:avLst>
          </a:prstGeom>
          <a:solidFill>
            <a:srgbClr val="ffffff"/>
          </a:solidFill>
          <a:ln w="1524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56" name="Shape 8"/>
          <p:cNvSpPr/>
          <p:nvPr/>
        </p:nvSpPr>
        <p:spPr>
          <a:xfrm>
            <a:off x="3749040" y="1490400"/>
            <a:ext cx="383040" cy="383040"/>
          </a:xfrm>
          <a:prstGeom prst="ellipse">
            <a:avLst/>
          </a:prstGeom>
          <a:solidFill>
            <a:srgbClr val="2563eb"/>
          </a:solidFill>
          <a:ln w="1270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ndParaRPr>
          </a:p>
        </p:txBody>
      </p:sp>
      <p:sp>
        <p:nvSpPr>
          <p:cNvPr id="157" name="Text 9"/>
          <p:cNvSpPr/>
          <p:nvPr/>
        </p:nvSpPr>
        <p:spPr>
          <a:xfrm>
            <a:off x="3749040" y="1572840"/>
            <a:ext cx="38304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ptos"/>
              </a:rPr>
              <a:t>2</a:t>
            </a:r>
            <a:endParaRPr b="0" lang="fr-FR" sz="1100" strike="noStrike" u="none">
              <a:solidFill>
                <a:srgbClr val="000000"/>
              </a:solidFill>
              <a:effectLst/>
              <a:uFillTx/>
              <a:latin typeface="Arial"/>
            </a:endParaRPr>
          </a:p>
        </p:txBody>
      </p:sp>
      <p:sp>
        <p:nvSpPr>
          <p:cNvPr id="158" name="Text 10"/>
          <p:cNvSpPr/>
          <p:nvPr/>
        </p:nvSpPr>
        <p:spPr>
          <a:xfrm>
            <a:off x="4233600" y="1481400"/>
            <a:ext cx="1480320" cy="501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11827"/>
                </a:solidFill>
                <a:effectLst/>
                <a:uFillTx/>
                <a:latin typeface="Aptos"/>
              </a:rPr>
              <a:t>GET /orders/{order_id}</a:t>
            </a:r>
            <a:endParaRPr b="0" lang="fr-FR" sz="1200" strike="noStrike" u="none">
              <a:solidFill>
                <a:srgbClr val="000000"/>
              </a:solidFill>
              <a:effectLst/>
              <a:uFillTx/>
              <a:latin typeface="Arial"/>
            </a:endParaRPr>
          </a:p>
        </p:txBody>
      </p:sp>
      <p:sp>
        <p:nvSpPr>
          <p:cNvPr id="159" name="Text 11"/>
          <p:cNvSpPr/>
          <p:nvPr/>
        </p:nvSpPr>
        <p:spPr>
          <a:xfrm>
            <a:off x="3840480" y="2130480"/>
            <a:ext cx="178200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4b5563"/>
                </a:solidFill>
                <a:effectLst/>
                <a:uFillTx/>
                <a:latin typeface="Aptos"/>
              </a:rPr>
              <a:t>retourner une commande complète</a:t>
            </a:r>
            <a:endParaRPr b="0" lang="fr-FR" sz="950" strike="noStrike" u="none">
              <a:solidFill>
                <a:srgbClr val="000000"/>
              </a:solidFill>
              <a:effectLst/>
              <a:uFillTx/>
              <a:latin typeface="Arial"/>
            </a:endParaRPr>
          </a:p>
        </p:txBody>
      </p:sp>
      <p:sp>
        <p:nvSpPr>
          <p:cNvPr id="160" name="Shape 12"/>
          <p:cNvSpPr/>
          <p:nvPr/>
        </p:nvSpPr>
        <p:spPr>
          <a:xfrm>
            <a:off x="6446520" y="1325880"/>
            <a:ext cx="2239200" cy="1599120"/>
          </a:xfrm>
          <a:prstGeom prst="roundRect">
            <a:avLst>
              <a:gd name="adj" fmla="val 8000"/>
            </a:avLst>
          </a:prstGeom>
          <a:solidFill>
            <a:srgbClr val="ffffff"/>
          </a:solidFill>
          <a:ln w="1524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61" name="Shape 13"/>
          <p:cNvSpPr/>
          <p:nvPr/>
        </p:nvSpPr>
        <p:spPr>
          <a:xfrm>
            <a:off x="6583680" y="1490400"/>
            <a:ext cx="383040" cy="383040"/>
          </a:xfrm>
          <a:prstGeom prst="ellipse">
            <a:avLst/>
          </a:prstGeom>
          <a:solidFill>
            <a:srgbClr val="2563eb"/>
          </a:solidFill>
          <a:ln w="1270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ffffff"/>
              </a:solidFill>
              <a:effectLst/>
              <a:uFillTx/>
              <a:latin typeface="Arial"/>
            </a:endParaRPr>
          </a:p>
        </p:txBody>
      </p:sp>
      <p:sp>
        <p:nvSpPr>
          <p:cNvPr id="162" name="Text 14"/>
          <p:cNvSpPr/>
          <p:nvPr/>
        </p:nvSpPr>
        <p:spPr>
          <a:xfrm>
            <a:off x="6583680" y="1572840"/>
            <a:ext cx="38304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ptos"/>
              </a:rPr>
              <a:t>3</a:t>
            </a:r>
            <a:endParaRPr b="0" lang="fr-FR" sz="1100" strike="noStrike" u="none">
              <a:solidFill>
                <a:srgbClr val="000000"/>
              </a:solidFill>
              <a:effectLst/>
              <a:uFillTx/>
              <a:latin typeface="Arial"/>
            </a:endParaRPr>
          </a:p>
        </p:txBody>
      </p:sp>
      <p:sp>
        <p:nvSpPr>
          <p:cNvPr id="163" name="Text 15"/>
          <p:cNvSpPr/>
          <p:nvPr/>
        </p:nvSpPr>
        <p:spPr>
          <a:xfrm>
            <a:off x="7068240" y="1481400"/>
            <a:ext cx="1480320" cy="501840"/>
          </a:xfrm>
          <a:prstGeom prst="rect">
            <a:avLst/>
          </a:prstGeom>
          <a:noFill/>
          <a:ln w="0">
            <a:noFill/>
          </a:ln>
        </p:spPr>
        <p:style>
          <a:lnRef idx="0"/>
          <a:fillRef idx="0"/>
          <a:effectRef idx="0"/>
          <a:fontRef idx="minor"/>
        </p:style>
        <p:txBody>
          <a:bodyPr lIns="0" rIns="0" tIns="0" bIns="0" anchor="ctr">
            <a:normAutofit lnSpcReduction="9999"/>
          </a:bodyPr>
          <a:p>
            <a:pPr defTabSz="914400">
              <a:lnSpc>
                <a:spcPct val="100000"/>
              </a:lnSpc>
              <a:tabLst>
                <a:tab algn="l" pos="0"/>
              </a:tabLst>
            </a:pPr>
            <a:r>
              <a:rPr b="1" lang="en-US" sz="1200" strike="noStrike" u="none">
                <a:solidFill>
                  <a:srgbClr val="111827"/>
                </a:solidFill>
                <a:effectLst/>
                <a:uFillTx/>
                <a:latin typeface="Aptos"/>
              </a:rPr>
              <a:t>GET /analytics/categories/sales?limit=5</a:t>
            </a:r>
            <a:endParaRPr b="0" lang="fr-FR" sz="1200" strike="noStrike" u="none">
              <a:solidFill>
                <a:srgbClr val="000000"/>
              </a:solidFill>
              <a:effectLst/>
              <a:uFillTx/>
              <a:latin typeface="Arial"/>
            </a:endParaRPr>
          </a:p>
        </p:txBody>
      </p:sp>
      <p:sp>
        <p:nvSpPr>
          <p:cNvPr id="164" name="Text 16"/>
          <p:cNvSpPr/>
          <p:nvPr/>
        </p:nvSpPr>
        <p:spPr>
          <a:xfrm>
            <a:off x="6675120" y="2130480"/>
            <a:ext cx="178200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4b5563"/>
                </a:solidFill>
                <a:effectLst/>
                <a:uFillTx/>
                <a:latin typeface="Aptos"/>
              </a:rPr>
              <a:t>montrer une agrégation MongoDB</a:t>
            </a:r>
            <a:endParaRPr b="0" lang="fr-FR" sz="950" strike="noStrike" u="none">
              <a:solidFill>
                <a:srgbClr val="000000"/>
              </a:solidFill>
              <a:effectLst/>
              <a:uFillTx/>
              <a:latin typeface="Arial"/>
            </a:endParaRPr>
          </a:p>
        </p:txBody>
      </p:sp>
      <p:sp>
        <p:nvSpPr>
          <p:cNvPr id="165" name="Shape 17"/>
          <p:cNvSpPr/>
          <p:nvPr/>
        </p:nvSpPr>
        <p:spPr>
          <a:xfrm>
            <a:off x="9281160" y="1325880"/>
            <a:ext cx="2239200" cy="1599120"/>
          </a:xfrm>
          <a:prstGeom prst="roundRect">
            <a:avLst>
              <a:gd name="adj" fmla="val 8000"/>
            </a:avLst>
          </a:prstGeom>
          <a:solidFill>
            <a:srgbClr val="f9fafb"/>
          </a:solidFill>
          <a:ln w="15240">
            <a:solidFill>
              <a:srgbClr val="d1d5d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66" name="Shape 18"/>
          <p:cNvSpPr/>
          <p:nvPr/>
        </p:nvSpPr>
        <p:spPr>
          <a:xfrm>
            <a:off x="9418320" y="1490400"/>
            <a:ext cx="383040" cy="383040"/>
          </a:xfrm>
          <a:prstGeom prst="ellipse">
            <a:avLst/>
          </a:prstGeom>
          <a:solidFill>
            <a:srgbClr val="9ca3af"/>
          </a:solidFill>
          <a:ln w="12700">
            <a:solidFill>
              <a:srgbClr val="9ca3af"/>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67" name="Text 19"/>
          <p:cNvSpPr/>
          <p:nvPr/>
        </p:nvSpPr>
        <p:spPr>
          <a:xfrm>
            <a:off x="9418320" y="1572840"/>
            <a:ext cx="383040" cy="1818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100" strike="noStrike" u="none">
                <a:solidFill>
                  <a:srgbClr val="ffffff"/>
                </a:solidFill>
                <a:effectLst/>
                <a:uFillTx/>
                <a:latin typeface="Aptos"/>
              </a:rPr>
              <a:t>4</a:t>
            </a:r>
            <a:endParaRPr b="0" lang="fr-FR" sz="1100" strike="noStrike" u="none">
              <a:solidFill>
                <a:srgbClr val="000000"/>
              </a:solidFill>
              <a:effectLst/>
              <a:uFillTx/>
              <a:latin typeface="Arial"/>
            </a:endParaRPr>
          </a:p>
        </p:txBody>
      </p:sp>
      <p:sp>
        <p:nvSpPr>
          <p:cNvPr id="168" name="Text 20"/>
          <p:cNvSpPr/>
          <p:nvPr/>
        </p:nvSpPr>
        <p:spPr>
          <a:xfrm>
            <a:off x="9902880" y="1481400"/>
            <a:ext cx="1480320" cy="501840"/>
          </a:xfrm>
          <a:prstGeom prst="rect">
            <a:avLst/>
          </a:prstGeom>
          <a:noFill/>
          <a:ln w="0">
            <a:noFill/>
          </a:ln>
        </p:spPr>
        <p:style>
          <a:lnRef idx="0"/>
          <a:fillRef idx="0"/>
          <a:effectRef idx="0"/>
          <a:fontRef idx="minor"/>
        </p:style>
        <p:txBody>
          <a:bodyPr lIns="0" rIns="0" tIns="0" bIns="0" anchor="ctr">
            <a:normAutofit/>
          </a:bodyPr>
          <a:p>
            <a:pPr defTabSz="914400">
              <a:lnSpc>
                <a:spcPct val="100000"/>
              </a:lnSpc>
              <a:tabLst>
                <a:tab algn="l" pos="0"/>
              </a:tabLst>
            </a:pPr>
            <a:r>
              <a:rPr b="1" lang="en-US" sz="1200" strike="noStrike" u="none">
                <a:solidFill>
                  <a:srgbClr val="111827"/>
                </a:solidFill>
                <a:effectLst/>
                <a:uFillTx/>
                <a:latin typeface="Aptos"/>
              </a:rPr>
              <a:t>404 optionnel</a:t>
            </a:r>
            <a:endParaRPr b="0" lang="fr-FR" sz="1200" strike="noStrike" u="none">
              <a:solidFill>
                <a:srgbClr val="000000"/>
              </a:solidFill>
              <a:effectLst/>
              <a:uFillTx/>
              <a:latin typeface="Arial"/>
            </a:endParaRPr>
          </a:p>
        </p:txBody>
      </p:sp>
      <p:sp>
        <p:nvSpPr>
          <p:cNvPr id="169" name="Text 21"/>
          <p:cNvSpPr/>
          <p:nvPr/>
        </p:nvSpPr>
        <p:spPr>
          <a:xfrm>
            <a:off x="9509760" y="2130480"/>
            <a:ext cx="178200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0" lang="en-US" sz="950" strike="noStrike" u="none">
                <a:solidFill>
                  <a:srgbClr val="4b5563"/>
                </a:solidFill>
                <a:effectLst/>
                <a:uFillTx/>
                <a:latin typeface="Aptos"/>
              </a:rPr>
              <a:t>commande inexistante si temps</a:t>
            </a:r>
            <a:endParaRPr b="0" lang="fr-FR" sz="950" strike="noStrike" u="none">
              <a:solidFill>
                <a:srgbClr val="000000"/>
              </a:solidFill>
              <a:effectLst/>
              <a:uFillTx/>
              <a:latin typeface="Arial"/>
            </a:endParaRPr>
          </a:p>
        </p:txBody>
      </p:sp>
      <p:sp>
        <p:nvSpPr>
          <p:cNvPr id="170" name="Shape 22"/>
          <p:cNvSpPr/>
          <p:nvPr/>
        </p:nvSpPr>
        <p:spPr>
          <a:xfrm>
            <a:off x="1920240" y="4754880"/>
            <a:ext cx="8229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71" name="Shape 23"/>
          <p:cNvSpPr/>
          <p:nvPr/>
        </p:nvSpPr>
        <p:spPr>
          <a:xfrm>
            <a:off x="4251960" y="4754880"/>
            <a:ext cx="8229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72" name="Shape 24"/>
          <p:cNvSpPr/>
          <p:nvPr/>
        </p:nvSpPr>
        <p:spPr>
          <a:xfrm>
            <a:off x="6583680" y="4754880"/>
            <a:ext cx="8229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73" name="Shape 25"/>
          <p:cNvSpPr/>
          <p:nvPr/>
        </p:nvSpPr>
        <p:spPr>
          <a:xfrm>
            <a:off x="8915400" y="4754880"/>
            <a:ext cx="822960" cy="360"/>
          </a:xfrm>
          <a:prstGeom prst="line">
            <a:avLst/>
          </a:prstGeom>
          <a:ln w="25400">
            <a:solidFill>
              <a:srgbClr val="2563eb"/>
            </a:solidFill>
            <a:round/>
            <a:tailEnd len="med" type="triangle" w="med"/>
          </a:ln>
        </p:spPr>
        <p:style>
          <a:lnRef idx="0"/>
          <a:fillRef idx="0"/>
          <a:effectRef idx="0"/>
          <a:fontRef idx="minor"/>
        </p:style>
        <p:txBody>
          <a:bodyPr lIns="90000" rIns="90000" tIns="-44640" bIns="-44640" anchor="t" anchorCtr="1">
            <a:noAutofit/>
          </a:bodyPr>
          <a:p>
            <a:endParaRPr b="0" lang="fr-FR" sz="1800" strike="noStrike" u="none">
              <a:solidFill>
                <a:srgbClr val="000000"/>
              </a:solidFill>
              <a:effectLst/>
              <a:uFillTx/>
              <a:latin typeface="Arial"/>
            </a:endParaRPr>
          </a:p>
        </p:txBody>
      </p:sp>
      <p:sp>
        <p:nvSpPr>
          <p:cNvPr id="174" name="Shape 26"/>
          <p:cNvSpPr/>
          <p:nvPr/>
        </p:nvSpPr>
        <p:spPr>
          <a:xfrm>
            <a:off x="685800" y="4160520"/>
            <a:ext cx="1324800" cy="1187640"/>
          </a:xfrm>
          <a:prstGeom prst="roundRect">
            <a:avLst>
              <a:gd name="adj" fmla="val 10000"/>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75" name="Text 27"/>
          <p:cNvSpPr/>
          <p:nvPr/>
        </p:nvSpPr>
        <p:spPr>
          <a:xfrm>
            <a:off x="758880" y="4325040"/>
            <a:ext cx="27324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000000"/>
                </a:solidFill>
                <a:effectLst/>
                <a:uFillTx/>
                <a:latin typeface="Aptos"/>
              </a:rPr>
              <a:t>🖥️</a:t>
            </a:r>
            <a:endParaRPr b="0" lang="fr-FR" sz="1400" strike="noStrike" u="none">
              <a:solidFill>
                <a:srgbClr val="000000"/>
              </a:solidFill>
              <a:effectLst/>
              <a:uFillTx/>
              <a:latin typeface="Arial"/>
            </a:endParaRPr>
          </a:p>
        </p:txBody>
      </p:sp>
      <p:sp>
        <p:nvSpPr>
          <p:cNvPr id="176" name="Text 28"/>
          <p:cNvSpPr/>
          <p:nvPr/>
        </p:nvSpPr>
        <p:spPr>
          <a:xfrm>
            <a:off x="850320" y="4599360"/>
            <a:ext cx="100476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11827"/>
                </a:solidFill>
                <a:effectLst/>
                <a:uFillTx/>
                <a:latin typeface="Aptos"/>
              </a:rPr>
              <a:t>Swagger</a:t>
            </a:r>
            <a:endParaRPr b="0" lang="fr-FR" sz="1050" strike="noStrike" u="none">
              <a:solidFill>
                <a:srgbClr val="000000"/>
              </a:solidFill>
              <a:effectLst/>
              <a:uFillTx/>
              <a:latin typeface="Arial"/>
            </a:endParaRPr>
          </a:p>
          <a:p>
            <a:pPr algn="ctr" defTabSz="914400">
              <a:lnSpc>
                <a:spcPct val="100000"/>
              </a:lnSpc>
              <a:tabLst>
                <a:tab algn="l" pos="0"/>
              </a:tabLst>
            </a:pPr>
            <a:r>
              <a:rPr b="1" lang="en-US" sz="1050" strike="noStrike" u="none">
                <a:solidFill>
                  <a:srgbClr val="111827"/>
                </a:solidFill>
                <a:effectLst/>
                <a:uFillTx/>
                <a:latin typeface="Aptos"/>
              </a:rPr>
              <a:t>(client)</a:t>
            </a:r>
            <a:endParaRPr b="0" lang="fr-FR" sz="1050" strike="noStrike" u="none">
              <a:solidFill>
                <a:srgbClr val="000000"/>
              </a:solidFill>
              <a:effectLst/>
              <a:uFillTx/>
              <a:latin typeface="Arial"/>
            </a:endParaRPr>
          </a:p>
        </p:txBody>
      </p:sp>
      <p:sp>
        <p:nvSpPr>
          <p:cNvPr id="177" name="Shape 29"/>
          <p:cNvSpPr/>
          <p:nvPr/>
        </p:nvSpPr>
        <p:spPr>
          <a:xfrm>
            <a:off x="2880360" y="4160520"/>
            <a:ext cx="1324800" cy="1187640"/>
          </a:xfrm>
          <a:prstGeom prst="roundRect">
            <a:avLst>
              <a:gd name="adj" fmla="val 10000"/>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78" name="Text 30"/>
          <p:cNvSpPr/>
          <p:nvPr/>
        </p:nvSpPr>
        <p:spPr>
          <a:xfrm>
            <a:off x="2953440" y="4325040"/>
            <a:ext cx="27324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000000"/>
                </a:solidFill>
                <a:effectLst/>
                <a:uFillTx/>
                <a:latin typeface="Aptos"/>
              </a:rPr>
              <a:t>⚙️</a:t>
            </a:r>
            <a:endParaRPr b="0" lang="fr-FR" sz="1400" strike="noStrike" u="none">
              <a:solidFill>
                <a:srgbClr val="000000"/>
              </a:solidFill>
              <a:effectLst/>
              <a:uFillTx/>
              <a:latin typeface="Arial"/>
            </a:endParaRPr>
          </a:p>
        </p:txBody>
      </p:sp>
      <p:sp>
        <p:nvSpPr>
          <p:cNvPr id="179" name="Text 31"/>
          <p:cNvSpPr/>
          <p:nvPr/>
        </p:nvSpPr>
        <p:spPr>
          <a:xfrm>
            <a:off x="3044880" y="4599360"/>
            <a:ext cx="100476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11827"/>
                </a:solidFill>
                <a:effectLst/>
                <a:uFillTx/>
                <a:latin typeface="Aptos"/>
              </a:rPr>
              <a:t>FastAPI</a:t>
            </a:r>
            <a:endParaRPr b="0" lang="fr-FR" sz="1050" strike="noStrike" u="none">
              <a:solidFill>
                <a:srgbClr val="000000"/>
              </a:solidFill>
              <a:effectLst/>
              <a:uFillTx/>
              <a:latin typeface="Arial"/>
            </a:endParaRPr>
          </a:p>
          <a:p>
            <a:pPr algn="ctr" defTabSz="914400">
              <a:lnSpc>
                <a:spcPct val="100000"/>
              </a:lnSpc>
              <a:tabLst>
                <a:tab algn="l" pos="0"/>
              </a:tabLst>
            </a:pPr>
            <a:r>
              <a:rPr b="1" lang="en-US" sz="1050" strike="noStrike" u="none">
                <a:solidFill>
                  <a:srgbClr val="111827"/>
                </a:solidFill>
                <a:effectLst/>
                <a:uFillTx/>
                <a:latin typeface="Aptos"/>
              </a:rPr>
              <a:t>(validation)</a:t>
            </a:r>
            <a:endParaRPr b="0" lang="fr-FR" sz="1050" strike="noStrike" u="none">
              <a:solidFill>
                <a:srgbClr val="000000"/>
              </a:solidFill>
              <a:effectLst/>
              <a:uFillTx/>
              <a:latin typeface="Arial"/>
            </a:endParaRPr>
          </a:p>
        </p:txBody>
      </p:sp>
      <p:sp>
        <p:nvSpPr>
          <p:cNvPr id="180" name="Shape 32"/>
          <p:cNvSpPr/>
          <p:nvPr/>
        </p:nvSpPr>
        <p:spPr>
          <a:xfrm>
            <a:off x="5212080" y="4160520"/>
            <a:ext cx="1324800" cy="1187640"/>
          </a:xfrm>
          <a:prstGeom prst="roundRect">
            <a:avLst>
              <a:gd name="adj" fmla="val 10000"/>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81" name="Text 33"/>
          <p:cNvSpPr/>
          <p:nvPr/>
        </p:nvSpPr>
        <p:spPr>
          <a:xfrm>
            <a:off x="5285160" y="4325040"/>
            <a:ext cx="27324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000000"/>
                </a:solidFill>
                <a:effectLst/>
                <a:uFillTx/>
                <a:latin typeface="Aptos"/>
              </a:rPr>
              <a:t>🔌</a:t>
            </a:r>
            <a:endParaRPr b="0" lang="fr-FR" sz="1400" strike="noStrike" u="none">
              <a:solidFill>
                <a:srgbClr val="000000"/>
              </a:solidFill>
              <a:effectLst/>
              <a:uFillTx/>
              <a:latin typeface="Arial"/>
            </a:endParaRPr>
          </a:p>
        </p:txBody>
      </p:sp>
      <p:sp>
        <p:nvSpPr>
          <p:cNvPr id="182" name="Text 34"/>
          <p:cNvSpPr/>
          <p:nvPr/>
        </p:nvSpPr>
        <p:spPr>
          <a:xfrm>
            <a:off x="5376600" y="4599360"/>
            <a:ext cx="100476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11827"/>
                </a:solidFill>
                <a:effectLst/>
                <a:uFillTx/>
                <a:latin typeface="Aptos"/>
              </a:rPr>
              <a:t>PyMongo</a:t>
            </a:r>
            <a:endParaRPr b="0" lang="fr-FR" sz="1050" strike="noStrike" u="none">
              <a:solidFill>
                <a:srgbClr val="000000"/>
              </a:solidFill>
              <a:effectLst/>
              <a:uFillTx/>
              <a:latin typeface="Arial"/>
            </a:endParaRPr>
          </a:p>
          <a:p>
            <a:pPr algn="ctr" defTabSz="914400">
              <a:lnSpc>
                <a:spcPct val="100000"/>
              </a:lnSpc>
              <a:tabLst>
                <a:tab algn="l" pos="0"/>
              </a:tabLst>
            </a:pPr>
            <a:r>
              <a:rPr b="1" lang="en-US" sz="1050" strike="noStrike" u="none">
                <a:solidFill>
                  <a:srgbClr val="111827"/>
                </a:solidFill>
                <a:effectLst/>
                <a:uFillTx/>
                <a:latin typeface="Aptos"/>
              </a:rPr>
              <a:t>(fonction)</a:t>
            </a:r>
            <a:endParaRPr b="0" lang="fr-FR" sz="1050" strike="noStrike" u="none">
              <a:solidFill>
                <a:srgbClr val="000000"/>
              </a:solidFill>
              <a:effectLst/>
              <a:uFillTx/>
              <a:latin typeface="Arial"/>
            </a:endParaRPr>
          </a:p>
        </p:txBody>
      </p:sp>
      <p:sp>
        <p:nvSpPr>
          <p:cNvPr id="183" name="Shape 35"/>
          <p:cNvSpPr/>
          <p:nvPr/>
        </p:nvSpPr>
        <p:spPr>
          <a:xfrm>
            <a:off x="7543800" y="4160520"/>
            <a:ext cx="1324800" cy="1187640"/>
          </a:xfrm>
          <a:prstGeom prst="roundRect">
            <a:avLst>
              <a:gd name="adj" fmla="val 10000"/>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84" name="Text 36"/>
          <p:cNvSpPr/>
          <p:nvPr/>
        </p:nvSpPr>
        <p:spPr>
          <a:xfrm>
            <a:off x="7616880" y="4325040"/>
            <a:ext cx="27324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000000"/>
                </a:solidFill>
                <a:effectLst/>
                <a:uFillTx/>
                <a:latin typeface="Aptos"/>
              </a:rPr>
              <a:t>🍃</a:t>
            </a:r>
            <a:endParaRPr b="0" lang="fr-FR" sz="1400" strike="noStrike" u="none">
              <a:solidFill>
                <a:srgbClr val="000000"/>
              </a:solidFill>
              <a:effectLst/>
              <a:uFillTx/>
              <a:latin typeface="Arial"/>
            </a:endParaRPr>
          </a:p>
        </p:txBody>
      </p:sp>
      <p:sp>
        <p:nvSpPr>
          <p:cNvPr id="185" name="Text 37"/>
          <p:cNvSpPr/>
          <p:nvPr/>
        </p:nvSpPr>
        <p:spPr>
          <a:xfrm>
            <a:off x="7708320" y="4599360"/>
            <a:ext cx="100476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11827"/>
                </a:solidFill>
                <a:effectLst/>
                <a:uFillTx/>
                <a:latin typeface="Aptos"/>
              </a:rPr>
              <a:t>MongoDB</a:t>
            </a:r>
            <a:endParaRPr b="0" lang="fr-FR" sz="1050" strike="noStrike" u="none">
              <a:solidFill>
                <a:srgbClr val="000000"/>
              </a:solidFill>
              <a:effectLst/>
              <a:uFillTx/>
              <a:latin typeface="Arial"/>
            </a:endParaRPr>
          </a:p>
          <a:p>
            <a:pPr algn="ctr" defTabSz="914400">
              <a:lnSpc>
                <a:spcPct val="100000"/>
              </a:lnSpc>
              <a:tabLst>
                <a:tab algn="l" pos="0"/>
              </a:tabLst>
            </a:pPr>
            <a:r>
              <a:rPr b="1" lang="en-US" sz="1050" strike="noStrike" u="none">
                <a:solidFill>
                  <a:srgbClr val="111827"/>
                </a:solidFill>
                <a:effectLst/>
                <a:uFillTx/>
                <a:latin typeface="Aptos"/>
              </a:rPr>
              <a:t>(orders)</a:t>
            </a:r>
            <a:endParaRPr b="0" lang="fr-FR" sz="1050" strike="noStrike" u="none">
              <a:solidFill>
                <a:srgbClr val="000000"/>
              </a:solidFill>
              <a:effectLst/>
              <a:uFillTx/>
              <a:latin typeface="Arial"/>
            </a:endParaRPr>
          </a:p>
        </p:txBody>
      </p:sp>
      <p:sp>
        <p:nvSpPr>
          <p:cNvPr id="186" name="Shape 38"/>
          <p:cNvSpPr/>
          <p:nvPr/>
        </p:nvSpPr>
        <p:spPr>
          <a:xfrm>
            <a:off x="9875520" y="4160520"/>
            <a:ext cx="1324800" cy="1187640"/>
          </a:xfrm>
          <a:prstGeom prst="roundRect">
            <a:avLst>
              <a:gd name="adj" fmla="val 10000"/>
            </a:avLst>
          </a:prstGeom>
          <a:solidFill>
            <a:srgbClr val="dbeafe"/>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87" name="Text 39"/>
          <p:cNvSpPr/>
          <p:nvPr/>
        </p:nvSpPr>
        <p:spPr>
          <a:xfrm>
            <a:off x="9948600" y="4325040"/>
            <a:ext cx="273240" cy="227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400" strike="noStrike" u="none">
                <a:solidFill>
                  <a:srgbClr val="000000"/>
                </a:solidFill>
                <a:effectLst/>
                <a:uFillTx/>
                <a:latin typeface="Aptos"/>
              </a:rPr>
              <a:t>{}</a:t>
            </a:r>
            <a:endParaRPr b="0" lang="fr-FR" sz="1400" strike="noStrike" u="none">
              <a:solidFill>
                <a:srgbClr val="000000"/>
              </a:solidFill>
              <a:effectLst/>
              <a:uFillTx/>
              <a:latin typeface="Arial"/>
            </a:endParaRPr>
          </a:p>
        </p:txBody>
      </p:sp>
      <p:sp>
        <p:nvSpPr>
          <p:cNvPr id="188" name="Text 40"/>
          <p:cNvSpPr/>
          <p:nvPr/>
        </p:nvSpPr>
        <p:spPr>
          <a:xfrm>
            <a:off x="10040040" y="4599360"/>
            <a:ext cx="1004760" cy="410400"/>
          </a:xfrm>
          <a:prstGeom prst="rect">
            <a:avLst/>
          </a:prstGeom>
          <a:noFill/>
          <a:ln w="0">
            <a:noFill/>
          </a:ln>
        </p:spPr>
        <p:style>
          <a:lnRef idx="0"/>
          <a:fillRef idx="0"/>
          <a:effectRef idx="0"/>
          <a:fontRef idx="minor"/>
        </p:style>
        <p:txBody>
          <a:bodyPr lIns="0" rIns="0" tIns="0" bIns="0" anchor="ctr">
            <a:normAutofit/>
          </a:bodyPr>
          <a:p>
            <a:pPr algn="ctr" defTabSz="914400">
              <a:lnSpc>
                <a:spcPct val="100000"/>
              </a:lnSpc>
              <a:tabLst>
                <a:tab algn="l" pos="0"/>
              </a:tabLst>
            </a:pPr>
            <a:r>
              <a:rPr b="1" lang="en-US" sz="1050" strike="noStrike" u="none">
                <a:solidFill>
                  <a:srgbClr val="111827"/>
                </a:solidFill>
                <a:effectLst/>
                <a:uFillTx/>
                <a:latin typeface="Aptos"/>
              </a:rPr>
              <a:t>JSON</a:t>
            </a:r>
            <a:endParaRPr b="0" lang="fr-FR" sz="1050" strike="noStrike" u="none">
              <a:solidFill>
                <a:srgbClr val="000000"/>
              </a:solidFill>
              <a:effectLst/>
              <a:uFillTx/>
              <a:latin typeface="Arial"/>
            </a:endParaRPr>
          </a:p>
          <a:p>
            <a:pPr algn="ctr" defTabSz="914400">
              <a:lnSpc>
                <a:spcPct val="100000"/>
              </a:lnSpc>
              <a:tabLst>
                <a:tab algn="l" pos="0"/>
              </a:tabLst>
            </a:pPr>
            <a:r>
              <a:rPr b="1" lang="en-US" sz="1050" strike="noStrike" u="none">
                <a:solidFill>
                  <a:srgbClr val="111827"/>
                </a:solidFill>
                <a:effectLst/>
                <a:uFillTx/>
                <a:latin typeface="Aptos"/>
              </a:rPr>
              <a:t>(réponse)</a:t>
            </a:r>
            <a:endParaRPr b="0" lang="fr-FR" sz="1050" strike="noStrike" u="none">
              <a:solidFill>
                <a:srgbClr val="000000"/>
              </a:solidFill>
              <a:effectLst/>
              <a:uFillTx/>
              <a:latin typeface="Arial"/>
            </a:endParaRPr>
          </a:p>
        </p:txBody>
      </p:sp>
      <p:sp>
        <p:nvSpPr>
          <p:cNvPr id="189" name="Text 41"/>
          <p:cNvSpPr/>
          <p:nvPr/>
        </p:nvSpPr>
        <p:spPr>
          <a:xfrm>
            <a:off x="731520" y="5806440"/>
            <a:ext cx="10788840" cy="31896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0" i="1" lang="en-US" sz="1150" strike="noStrike" u="none">
                <a:solidFill>
                  <a:srgbClr val="1e40af"/>
                </a:solidFill>
                <a:effectLst/>
                <a:uFillTx/>
                <a:latin typeface="Aptos"/>
              </a:rPr>
              <a:t>Phrase à dire pendant la démo : « Swagger représente le client : il envoie la requête, FastAPI interroge MongoDB et renvoie du JSON. »</a:t>
            </a:r>
            <a:endParaRPr b="0" lang="fr-FR" sz="1150" strike="noStrike" u="none">
              <a:solidFill>
                <a:srgbClr val="000000"/>
              </a:solidFill>
              <a:effectLst/>
              <a:uFillTx/>
              <a:latin typeface="Arial"/>
            </a:endParaRPr>
          </a:p>
        </p:txBody>
      </p:sp>
      <p:sp>
        <p:nvSpPr>
          <p:cNvPr id="190" name="Text 42"/>
          <p:cNvSpPr/>
          <p:nvPr/>
        </p:nvSpPr>
        <p:spPr>
          <a:xfrm>
            <a:off x="502920" y="6492240"/>
            <a:ext cx="5668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6b7280"/>
                </a:solidFill>
                <a:effectLst/>
                <a:uFillTx/>
                <a:latin typeface="Aptos"/>
              </a:rPr>
              <a:t>Personne 3 · FastAPI / Démo / Tests · 3/4</a:t>
            </a:r>
            <a:endParaRPr b="0" lang="fr-FR" sz="8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Text 0"/>
          <p:cNvSpPr/>
          <p:nvPr/>
        </p:nvSpPr>
        <p:spPr>
          <a:xfrm>
            <a:off x="502920" y="320040"/>
            <a:ext cx="11154600" cy="4561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2800" strike="noStrike" u="none">
                <a:solidFill>
                  <a:srgbClr val="111827"/>
                </a:solidFill>
                <a:effectLst/>
                <a:uFillTx/>
                <a:latin typeface="Aptos Display"/>
                <a:ea typeface="Aptos Display"/>
              </a:rPr>
              <a:t>Tests, conclusion de ma partie et points à retenir</a:t>
            </a:r>
            <a:endParaRPr b="0" lang="fr-FR" sz="2800" strike="noStrike" u="none">
              <a:solidFill>
                <a:srgbClr val="000000"/>
              </a:solidFill>
              <a:effectLst/>
              <a:uFillTx/>
              <a:latin typeface="Arial"/>
            </a:endParaRPr>
          </a:p>
        </p:txBody>
      </p:sp>
      <p:sp>
        <p:nvSpPr>
          <p:cNvPr id="192" name="Text 1"/>
          <p:cNvSpPr/>
          <p:nvPr/>
        </p:nvSpPr>
        <p:spPr>
          <a:xfrm>
            <a:off x="530280" y="822960"/>
            <a:ext cx="110631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350" strike="noStrike" u="none">
                <a:solidFill>
                  <a:srgbClr val="4b5563"/>
                </a:solidFill>
                <a:effectLst/>
                <a:uFillTx/>
                <a:latin typeface="Aptos"/>
                <a:ea typeface="Aptos"/>
              </a:rPr>
              <a:t>La partie FastAPI valide le service et prépare la démonstration finale</a:t>
            </a:r>
            <a:endParaRPr b="0" lang="fr-FR" sz="1350" strike="noStrike" u="none">
              <a:solidFill>
                <a:srgbClr val="000000"/>
              </a:solidFill>
              <a:effectLst/>
              <a:uFillTx/>
              <a:latin typeface="Arial"/>
            </a:endParaRPr>
          </a:p>
        </p:txBody>
      </p:sp>
      <p:sp>
        <p:nvSpPr>
          <p:cNvPr id="193" name="Shape 2"/>
          <p:cNvSpPr/>
          <p:nvPr/>
        </p:nvSpPr>
        <p:spPr>
          <a:xfrm>
            <a:off x="685800" y="1325880"/>
            <a:ext cx="3016440" cy="3610800"/>
          </a:xfrm>
          <a:prstGeom prst="roundRect">
            <a:avLst>
              <a:gd name="adj" fmla="val 3636"/>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94" name="Text 3"/>
          <p:cNvSpPr/>
          <p:nvPr/>
        </p:nvSpPr>
        <p:spPr>
          <a:xfrm>
            <a:off x="850320" y="147204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95" name="Text 4"/>
          <p:cNvSpPr/>
          <p:nvPr/>
        </p:nvSpPr>
        <p:spPr>
          <a:xfrm>
            <a:off x="1325880" y="1490400"/>
            <a:ext cx="21934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Tests automatisés</a:t>
            </a:r>
            <a:endParaRPr b="0" lang="fr-FR" sz="1500" strike="noStrike" u="none">
              <a:solidFill>
                <a:srgbClr val="000000"/>
              </a:solidFill>
              <a:effectLst/>
              <a:uFillTx/>
              <a:latin typeface="Arial"/>
            </a:endParaRPr>
          </a:p>
        </p:txBody>
      </p:sp>
      <p:sp>
        <p:nvSpPr>
          <p:cNvPr id="196" name="Text 5"/>
          <p:cNvSpPr/>
          <p:nvPr/>
        </p:nvSpPr>
        <p:spPr>
          <a:xfrm>
            <a:off x="914400" y="1938600"/>
            <a:ext cx="2559240" cy="283356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python -m pytest -v</a:t>
            </a:r>
            <a:endParaRPr b="0" lang="fr-FR" sz="1050" strike="noStrike" u="none">
              <a:solidFill>
                <a:srgbClr val="000000"/>
              </a:solidFill>
              <a:effectLst/>
              <a:uFillTx/>
              <a:latin typeface="Arial"/>
            </a:endParaRPr>
          </a:p>
          <a:p>
            <a:pPr defTabSz="914400">
              <a:lnSpc>
                <a:spcPct val="100000"/>
              </a:lnSpc>
              <a:tabLst>
                <a:tab algn="l" pos="0"/>
              </a:tabLst>
            </a:pP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5 tests passed</a:t>
            </a:r>
            <a:endParaRPr b="0" lang="fr-FR" sz="1050" strike="noStrike" u="none">
              <a:solidFill>
                <a:srgbClr val="000000"/>
              </a:solidFill>
              <a:effectLst/>
              <a:uFillTx/>
              <a:latin typeface="Arial"/>
            </a:endParaRPr>
          </a:p>
          <a:p>
            <a:pPr defTabSz="914400">
              <a:lnSpc>
                <a:spcPct val="100000"/>
              </a:lnSpc>
              <a:tabLst>
                <a:tab algn="l" pos="0"/>
              </a:tabLst>
            </a:pP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API accessible</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commande existante</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404 commande inconnue</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422 limit invalide</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agrégation catégories</a:t>
            </a:r>
            <a:endParaRPr b="0" lang="fr-FR" sz="1050" strike="noStrike" u="none">
              <a:solidFill>
                <a:srgbClr val="000000"/>
              </a:solidFill>
              <a:effectLst/>
              <a:uFillTx/>
              <a:latin typeface="Arial"/>
            </a:endParaRPr>
          </a:p>
        </p:txBody>
      </p:sp>
      <p:sp>
        <p:nvSpPr>
          <p:cNvPr id="197" name="Shape 6"/>
          <p:cNvSpPr/>
          <p:nvPr/>
        </p:nvSpPr>
        <p:spPr>
          <a:xfrm>
            <a:off x="4572000" y="1325880"/>
            <a:ext cx="2970720" cy="2056320"/>
          </a:xfrm>
          <a:prstGeom prst="roundRect">
            <a:avLst>
              <a:gd name="adj" fmla="val 5333"/>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198" name="Text 7"/>
          <p:cNvSpPr/>
          <p:nvPr/>
        </p:nvSpPr>
        <p:spPr>
          <a:xfrm>
            <a:off x="4736520" y="147204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199" name="Text 8"/>
          <p:cNvSpPr/>
          <p:nvPr/>
        </p:nvSpPr>
        <p:spPr>
          <a:xfrm>
            <a:off x="5212080" y="1490400"/>
            <a:ext cx="21477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Avantages FastAPI</a:t>
            </a:r>
            <a:endParaRPr b="0" lang="fr-FR" sz="1500" strike="noStrike" u="none">
              <a:solidFill>
                <a:srgbClr val="000000"/>
              </a:solidFill>
              <a:effectLst/>
              <a:uFillTx/>
              <a:latin typeface="Arial"/>
            </a:endParaRPr>
          </a:p>
        </p:txBody>
      </p:sp>
      <p:sp>
        <p:nvSpPr>
          <p:cNvPr id="200" name="Text 9"/>
          <p:cNvSpPr/>
          <p:nvPr/>
        </p:nvSpPr>
        <p:spPr>
          <a:xfrm>
            <a:off x="4800600" y="1938600"/>
            <a:ext cx="2513520" cy="12790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 validation automatique</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Swagger / OpenAPI générés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JSON standardisé</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erreurs HTTP claires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développement rapide en Python</a:t>
            </a:r>
            <a:endParaRPr b="0" lang="fr-FR" sz="1050" strike="noStrike" u="none">
              <a:solidFill>
                <a:srgbClr val="000000"/>
              </a:solidFill>
              <a:effectLst/>
              <a:uFillTx/>
              <a:latin typeface="Arial"/>
            </a:endParaRPr>
          </a:p>
        </p:txBody>
      </p:sp>
      <p:sp>
        <p:nvSpPr>
          <p:cNvPr id="201" name="Shape 10"/>
          <p:cNvSpPr/>
          <p:nvPr/>
        </p:nvSpPr>
        <p:spPr>
          <a:xfrm>
            <a:off x="8183880" y="1325880"/>
            <a:ext cx="3016440" cy="2056320"/>
          </a:xfrm>
          <a:prstGeom prst="roundRect">
            <a:avLst>
              <a:gd name="adj" fmla="val 5333"/>
            </a:avLst>
          </a:prstGeom>
          <a:solidFill>
            <a:srgbClr val="ffffff"/>
          </a:solidFill>
          <a:ln w="12700">
            <a:solidFill>
              <a:srgbClr val="cbd5e1"/>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202" name="Text 11"/>
          <p:cNvSpPr/>
          <p:nvPr/>
        </p:nvSpPr>
        <p:spPr>
          <a:xfrm>
            <a:off x="8348400" y="147204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203" name="Text 12"/>
          <p:cNvSpPr/>
          <p:nvPr/>
        </p:nvSpPr>
        <p:spPr>
          <a:xfrm>
            <a:off x="8823960" y="1490400"/>
            <a:ext cx="219348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Limites / vigilance</a:t>
            </a:r>
            <a:endParaRPr b="0" lang="fr-FR" sz="1500" strike="noStrike" u="none">
              <a:solidFill>
                <a:srgbClr val="000000"/>
              </a:solidFill>
              <a:effectLst/>
              <a:uFillTx/>
              <a:latin typeface="Arial"/>
            </a:endParaRPr>
          </a:p>
        </p:txBody>
      </p:sp>
      <p:sp>
        <p:nvSpPr>
          <p:cNvPr id="204" name="Text 13"/>
          <p:cNvSpPr/>
          <p:nvPr/>
        </p:nvSpPr>
        <p:spPr>
          <a:xfrm>
            <a:off x="8412480" y="1938600"/>
            <a:ext cx="2559240" cy="1279080"/>
          </a:xfrm>
          <a:prstGeom prst="rect">
            <a:avLst/>
          </a:prstGeom>
          <a:noFill/>
          <a:ln w="0">
            <a:noFill/>
          </a:ln>
        </p:spPr>
        <p:style>
          <a:lnRef idx="0"/>
          <a:fillRef idx="0"/>
          <a:effectRef idx="0"/>
          <a:fontRef idx="minor"/>
        </p:style>
        <p:txBody>
          <a:bodyPr lIns="360" rIns="360" tIns="360" bIns="360" anchor="ctr">
            <a:normAutofit/>
          </a:bodyPr>
          <a:p>
            <a:pPr defTabSz="914400">
              <a:lnSpc>
                <a:spcPct val="100000"/>
              </a:lnSpc>
              <a:tabLst>
                <a:tab algn="l" pos="0"/>
              </a:tabLst>
            </a:pPr>
            <a:r>
              <a:rPr b="0" lang="en-US" sz="1050" strike="noStrike" u="none">
                <a:solidFill>
                  <a:srgbClr val="4b5563"/>
                </a:solidFill>
                <a:effectLst/>
                <a:uFillTx/>
                <a:latin typeface="Aptos"/>
              </a:rPr>
              <a:t>• couche API à maintenir</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endpoints à tester</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risque d’exposer trop de données</a:t>
            </a:r>
            <a:endParaRPr b="0" lang="fr-FR" sz="1050" strike="noStrike" u="none">
              <a:solidFill>
                <a:srgbClr val="000000"/>
              </a:solidFill>
              <a:effectLst/>
              <a:uFillTx/>
              <a:latin typeface="Arial"/>
            </a:endParaRPr>
          </a:p>
          <a:p>
            <a:pPr defTabSz="914400">
              <a:lnSpc>
                <a:spcPct val="100000"/>
              </a:lnSpc>
              <a:tabLst>
                <a:tab algn="l" pos="0"/>
              </a:tabLst>
            </a:pPr>
            <a:r>
              <a:rPr b="0" lang="en-US" sz="1050" strike="noStrike" u="none">
                <a:solidFill>
                  <a:srgbClr val="4b5563"/>
                </a:solidFill>
                <a:effectLst/>
                <a:uFillTx/>
                <a:latin typeface="Aptos"/>
              </a:rPr>
              <a:t>• pagination complète à ajouter ensuite</a:t>
            </a:r>
            <a:endParaRPr b="0" lang="fr-FR" sz="1050" strike="noStrike" u="none">
              <a:solidFill>
                <a:srgbClr val="000000"/>
              </a:solidFill>
              <a:effectLst/>
              <a:uFillTx/>
              <a:latin typeface="Arial"/>
            </a:endParaRPr>
          </a:p>
        </p:txBody>
      </p:sp>
      <p:sp>
        <p:nvSpPr>
          <p:cNvPr id="205" name="Shape 14"/>
          <p:cNvSpPr/>
          <p:nvPr/>
        </p:nvSpPr>
        <p:spPr>
          <a:xfrm>
            <a:off x="4572000" y="3886200"/>
            <a:ext cx="6628320" cy="1050480"/>
          </a:xfrm>
          <a:prstGeom prst="roundRect">
            <a:avLst>
              <a:gd name="adj" fmla="val 10435"/>
            </a:avLst>
          </a:prstGeom>
          <a:solidFill>
            <a:srgbClr val="eef2ff"/>
          </a:solidFill>
          <a:ln w="12700">
            <a:solidFill>
              <a:srgbClr val="2563eb"/>
            </a:solidFill>
            <a:round/>
          </a:ln>
        </p:spPr>
        <p:style>
          <a:lnRef idx="0"/>
          <a:fillRef idx="0"/>
          <a:effectRef idx="0"/>
          <a:fontRef idx="minor"/>
        </p:style>
        <p:txBody>
          <a:bodyPr lIns="90000" rIns="90000" tIns="45000" bIns="45000" anchor="t">
            <a:noAutofit/>
          </a:bodyPr>
          <a:p>
            <a:pPr>
              <a:lnSpc>
                <a:spcPct val="100000"/>
              </a:lnSpc>
            </a:pPr>
            <a:endParaRPr b="0" lang="fr-FR" sz="1800" strike="noStrike" u="none">
              <a:solidFill>
                <a:srgbClr val="000000"/>
              </a:solidFill>
              <a:effectLst/>
              <a:uFillTx/>
              <a:latin typeface="Arial"/>
            </a:endParaRPr>
          </a:p>
        </p:txBody>
      </p:sp>
      <p:sp>
        <p:nvSpPr>
          <p:cNvPr id="206" name="Text 15"/>
          <p:cNvSpPr/>
          <p:nvPr/>
        </p:nvSpPr>
        <p:spPr>
          <a:xfrm>
            <a:off x="4736520" y="4032360"/>
            <a:ext cx="410400" cy="3189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1700" strike="noStrike" u="none">
                <a:solidFill>
                  <a:srgbClr val="000000"/>
                </a:solidFill>
                <a:effectLst/>
                <a:uFillTx/>
                <a:latin typeface="Aptos"/>
              </a:rPr>
              <a:t>💡</a:t>
            </a:r>
            <a:endParaRPr b="0" lang="fr-FR" sz="1700" strike="noStrike" u="none">
              <a:solidFill>
                <a:srgbClr val="000000"/>
              </a:solidFill>
              <a:effectLst/>
              <a:uFillTx/>
              <a:latin typeface="Arial"/>
            </a:endParaRPr>
          </a:p>
        </p:txBody>
      </p:sp>
      <p:sp>
        <p:nvSpPr>
          <p:cNvPr id="207" name="Text 16"/>
          <p:cNvSpPr/>
          <p:nvPr/>
        </p:nvSpPr>
        <p:spPr>
          <a:xfrm>
            <a:off x="5212080" y="4050720"/>
            <a:ext cx="5805360" cy="29160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1" lang="en-US" sz="1500" strike="noStrike" u="none">
                <a:solidFill>
                  <a:srgbClr val="111827"/>
                </a:solidFill>
                <a:effectLst/>
                <a:uFillTx/>
                <a:latin typeface="Aptos"/>
              </a:rPr>
              <a:t>Ce que j’ai compris</a:t>
            </a:r>
            <a:endParaRPr b="0" lang="fr-FR" sz="1500" strike="noStrike" u="none">
              <a:solidFill>
                <a:srgbClr val="000000"/>
              </a:solidFill>
              <a:effectLst/>
              <a:uFillTx/>
              <a:latin typeface="Arial"/>
            </a:endParaRPr>
          </a:p>
        </p:txBody>
      </p:sp>
      <p:sp>
        <p:nvSpPr>
          <p:cNvPr id="208" name="Text 17"/>
          <p:cNvSpPr/>
          <p:nvPr/>
        </p:nvSpPr>
        <p:spPr>
          <a:xfrm>
            <a:off x="4800600" y="4498920"/>
            <a:ext cx="6171120" cy="273240"/>
          </a:xfrm>
          <a:prstGeom prst="rect">
            <a:avLst/>
          </a:prstGeom>
          <a:noFill/>
          <a:ln w="0">
            <a:noFill/>
          </a:ln>
        </p:spPr>
        <p:style>
          <a:lnRef idx="0"/>
          <a:fillRef idx="0"/>
          <a:effectRef idx="0"/>
          <a:fontRef idx="minor"/>
        </p:style>
        <p:txBody>
          <a:bodyPr lIns="360" rIns="360" tIns="360" bIns="360" anchor="ctr">
            <a:normAutofit fontScale="92500" lnSpcReduction="9999"/>
          </a:bodyPr>
          <a:p>
            <a:pPr defTabSz="914400">
              <a:lnSpc>
                <a:spcPct val="100000"/>
              </a:lnSpc>
              <a:tabLst>
                <a:tab algn="l" pos="0"/>
              </a:tabLst>
            </a:pPr>
            <a:r>
              <a:rPr b="0" lang="en-US" sz="1050" strike="noStrike" u="none">
                <a:solidFill>
                  <a:srgbClr val="4b5563"/>
                </a:solidFill>
                <a:effectLst/>
                <a:uFillTx/>
                <a:latin typeface="Aptos"/>
              </a:rPr>
              <a:t>Une API ne remplace pas la base : elle contrôle l’accès à la donnée, valide les demandes et transforme le résultat MongoDB en réponse JSON exploitable.</a:t>
            </a:r>
            <a:endParaRPr b="0" lang="fr-FR" sz="1050" strike="noStrike" u="none">
              <a:solidFill>
                <a:srgbClr val="000000"/>
              </a:solidFill>
              <a:effectLst/>
              <a:uFillTx/>
              <a:latin typeface="Arial"/>
            </a:endParaRPr>
          </a:p>
        </p:txBody>
      </p:sp>
      <p:sp>
        <p:nvSpPr>
          <p:cNvPr id="209" name="Text 18"/>
          <p:cNvSpPr/>
          <p:nvPr/>
        </p:nvSpPr>
        <p:spPr>
          <a:xfrm>
            <a:off x="685800" y="5623560"/>
            <a:ext cx="10788840" cy="410400"/>
          </a:xfrm>
          <a:prstGeom prst="rect">
            <a:avLst/>
          </a:prstGeom>
          <a:noFill/>
          <a:ln w="0">
            <a:noFill/>
          </a:ln>
        </p:spPr>
        <p:style>
          <a:lnRef idx="0"/>
          <a:fillRef idx="0"/>
          <a:effectRef idx="0"/>
          <a:fontRef idx="minor"/>
        </p:style>
        <p:txBody>
          <a:bodyPr lIns="0" rIns="0" tIns="0" bIns="0" anchor="ctr">
            <a:noAutofit/>
          </a:bodyPr>
          <a:p>
            <a:pPr algn="ctr" defTabSz="914400">
              <a:lnSpc>
                <a:spcPct val="100000"/>
              </a:lnSpc>
              <a:tabLst>
                <a:tab algn="l" pos="0"/>
              </a:tabLst>
            </a:pPr>
            <a:r>
              <a:rPr b="1" lang="en-US" sz="1500" strike="noStrike" u="none">
                <a:solidFill>
                  <a:srgbClr val="111827"/>
                </a:solidFill>
                <a:effectLst/>
                <a:uFillTx/>
                <a:latin typeface="Aptos"/>
              </a:rPr>
              <a:t>Transition vers la conclusion commune : MongoDB structure la donnée ; FastAPI la rend utilisable par d’autres applications.</a:t>
            </a:r>
            <a:endParaRPr b="0" lang="fr-FR" sz="1500" strike="noStrike" u="none">
              <a:solidFill>
                <a:srgbClr val="000000"/>
              </a:solidFill>
              <a:effectLst/>
              <a:uFillTx/>
              <a:latin typeface="Arial"/>
            </a:endParaRPr>
          </a:p>
        </p:txBody>
      </p:sp>
      <p:sp>
        <p:nvSpPr>
          <p:cNvPr id="210" name="Text 19"/>
          <p:cNvSpPr/>
          <p:nvPr/>
        </p:nvSpPr>
        <p:spPr>
          <a:xfrm>
            <a:off x="502920" y="6492240"/>
            <a:ext cx="5668200" cy="20016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b="0" lang="en-US" sz="850" strike="noStrike" u="none">
                <a:solidFill>
                  <a:srgbClr val="6b7280"/>
                </a:solidFill>
                <a:effectLst/>
                <a:uFillTx/>
                <a:latin typeface="Aptos"/>
              </a:rPr>
              <a:t>Personne 3 · FastAPI / Démo / Tests · 4/4</a:t>
            </a:r>
            <a:endParaRPr b="0" lang="fr-FR" sz="850" strike="noStrike" u="non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itchFamily="0" charset="1"/>
        <a:ea typeface=""/>
        <a:cs typeface=""/>
      </a:majorFont>
      <a:minorFont>
        <a:latin typeface="Aptos"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Silent Flow">
  <a:themeElements>
    <a:clrScheme name="Blue">
      <a:dk1>
        <a:srgbClr val="000000"/>
      </a:dk1>
      <a:lt1>
        <a:srgbClr val="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Office Theme">
      <a:majorFont>
        <a:latin typeface="Arial Black" pitchFamily="0" charset="1"/>
        <a:ea typeface="SimHei" pitchFamily="0" charset="1"/>
        <a:cs typeface="Arial" pitchFamily="0" charset="1"/>
      </a:majorFont>
      <a:minorFont>
        <a:latin typeface="Arial" pitchFamily="0" charset="1"/>
        <a:ea typeface="Microsoft YaHei" pitchFamily="0" charset="1"/>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68</TotalTime>
  <Application>LibreOffice/25.2.7.2$Windows_X86_64 LibreOffice_project/5cbfd1ab6520636bb5f7b99185aa69bd7456825d</Application>
  <AppVersion>15.0000</AppVersion>
  <Words>0</Words>
  <Paragraphs>0</Paragraphs>
  <Company>Projet Data Engineering</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2026-09-18T12:05:45Z</dcterms:created>
  <dc:creator>Marie Antoinette Kilo</dc:creator>
  <dc:description/>
  <dc:language>fr-FR</dc:language>
  <cp:lastModifiedBy/>
  <dcterms:modified xsi:type="dcterms:W3CDTF">2026-09-18T15:25:26Z</dcterms:modified>
  <cp:revision>20</cp:revision>
  <dc:subject>Olist MongoDB FastAPI — partie FastAPI</dc:subject>
  <dc:title>Partie 3 — FastAPI, démo et tests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4</vt:i4>
  </property>
  <property fmtid="{D5CDD505-2E9C-101B-9397-08002B2CF9AE}" pid="3" name="PresentationFormat">
    <vt:lpwstr>On-screen Show (16:9)</vt:lpwstr>
  </property>
  <property fmtid="{D5CDD505-2E9C-101B-9397-08002B2CF9AE}" pid="4" name="Slides">
    <vt:i4>4</vt:i4>
  </property>
</Properties>
</file>